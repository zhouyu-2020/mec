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</p:sldMasterIdLst>
  <p:notesMasterIdLst>
    <p:notesMasterId r:id="rId4"/>
  </p:notesMasterIdLst>
  <p:sldIdLst>
    <p:sldId id="261" r:id="rId2"/>
    <p:sldId id="262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5BAD"/>
    <a:srgbClr val="FFCC66"/>
    <a:srgbClr val="666699"/>
    <a:srgbClr val="878787"/>
    <a:srgbClr val="9999FF"/>
    <a:srgbClr val="F298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B406-F63C-42DA-BAFC-A94965D89D18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11D73-61C6-4219-B8EC-71C286D1AA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069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783A-1EB5-44FF-96B4-0B7B2249F495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6D8E2-70F6-4653-9CBB-03269608A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9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783A-1EB5-44FF-96B4-0B7B2249F495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6D8E2-70F6-4653-9CBB-03269608A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816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783A-1EB5-44FF-96B4-0B7B2249F495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6D8E2-70F6-4653-9CBB-03269608A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805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783A-1EB5-44FF-96B4-0B7B2249F495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6D8E2-70F6-4653-9CBB-03269608A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974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783A-1EB5-44FF-96B4-0B7B2249F495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6D8E2-70F6-4653-9CBB-03269608A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00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783A-1EB5-44FF-96B4-0B7B2249F495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6D8E2-70F6-4653-9CBB-03269608A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696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783A-1EB5-44FF-96B4-0B7B2249F495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6D8E2-70F6-4653-9CBB-03269608A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319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783A-1EB5-44FF-96B4-0B7B2249F495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6D8E2-70F6-4653-9CBB-03269608A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048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783A-1EB5-44FF-96B4-0B7B2249F495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6D8E2-70F6-4653-9CBB-03269608A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479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783A-1EB5-44FF-96B4-0B7B2249F495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6D8E2-70F6-4653-9CBB-03269608A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154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C783A-1EB5-44FF-96B4-0B7B2249F495}" type="datetimeFigureOut">
              <a:rPr lang="zh-CN" altLang="en-US" smtClean="0"/>
              <a:t>2020/11/30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6D8E2-70F6-4653-9CBB-03269608A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16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117" Type="http://schemas.openxmlformats.org/officeDocument/2006/relationships/tags" Target="../tags/tag117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6" Type="http://schemas.openxmlformats.org/officeDocument/2006/relationships/tags" Target="../tags/tag16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28" Type="http://schemas.openxmlformats.org/officeDocument/2006/relationships/image" Target="../media/image2.png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18" Type="http://schemas.openxmlformats.org/officeDocument/2006/relationships/tags" Target="../tags/tag118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08" Type="http://schemas.openxmlformats.org/officeDocument/2006/relationships/tags" Target="../tags/tag108.xml"/><Relationship Id="rId124" Type="http://schemas.openxmlformats.org/officeDocument/2006/relationships/tags" Target="../tags/tag124.xml"/><Relationship Id="rId54" Type="http://schemas.openxmlformats.org/officeDocument/2006/relationships/tags" Target="../tags/tag54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119" Type="http://schemas.openxmlformats.org/officeDocument/2006/relationships/tags" Target="../tags/tag119.xml"/><Relationship Id="rId44" Type="http://schemas.openxmlformats.org/officeDocument/2006/relationships/tags" Target="../tags/tag44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120" Type="http://schemas.openxmlformats.org/officeDocument/2006/relationships/tags" Target="../tags/tag120.xml"/><Relationship Id="rId125" Type="http://schemas.openxmlformats.org/officeDocument/2006/relationships/tags" Target="../tags/tag125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15" Type="http://schemas.openxmlformats.org/officeDocument/2006/relationships/tags" Target="../tags/tag115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126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3" Type="http://schemas.openxmlformats.org/officeDocument/2006/relationships/tags" Target="../tags/tag3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116" Type="http://schemas.openxmlformats.org/officeDocument/2006/relationships/tags" Target="../tags/tag116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27" Type="http://schemas.openxmlformats.org/officeDocument/2006/relationships/image" Target="../media/image1.png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../tags/tag122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2AE65425-0169-4C65-B4D9-A893FA2D195E}"/>
              </a:ext>
            </a:extLst>
          </p:cNvPr>
          <p:cNvGrpSpPr/>
          <p:nvPr/>
        </p:nvGrpSpPr>
        <p:grpSpPr>
          <a:xfrm>
            <a:off x="23927" y="71750"/>
            <a:ext cx="10859857" cy="6717312"/>
            <a:chOff x="23927" y="71750"/>
            <a:chExt cx="10859857" cy="6717312"/>
          </a:xfrm>
        </p:grpSpPr>
        <p:sp>
          <p:nvSpPr>
            <p:cNvPr id="391" name="云形 390">
              <a:extLst>
                <a:ext uri="{FF2B5EF4-FFF2-40B4-BE49-F238E27FC236}">
                  <a16:creationId xmlns:a16="http://schemas.microsoft.com/office/drawing/2014/main" id="{2C728CDD-A47C-4E07-BC6A-627F625B62C6}"/>
                </a:ext>
              </a:extLst>
            </p:cNvPr>
            <p:cNvSpPr/>
            <p:nvPr/>
          </p:nvSpPr>
          <p:spPr>
            <a:xfrm rot="501945">
              <a:off x="4382377" y="1142846"/>
              <a:ext cx="6501407" cy="4477229"/>
            </a:xfrm>
            <a:prstGeom prst="cloud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6" name="PA-A000320141217C79PPSH-1893">
              <a:extLst>
                <a:ext uri="{FF2B5EF4-FFF2-40B4-BE49-F238E27FC236}">
                  <a16:creationId xmlns:a16="http://schemas.microsoft.com/office/drawing/2014/main" id="{0A7AC412-B151-4394-9520-2410282809A0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1866560" y="2361227"/>
              <a:ext cx="774611" cy="709827"/>
            </a:xfrm>
            <a:custGeom>
              <a:avLst/>
              <a:gdLst>
                <a:gd name="T0" fmla="*/ 2147483646 w 6666"/>
                <a:gd name="T1" fmla="*/ 2147483646 h 6720"/>
                <a:gd name="T2" fmla="*/ 2147483646 w 6666"/>
                <a:gd name="T3" fmla="*/ 2147483646 h 6720"/>
                <a:gd name="T4" fmla="*/ 2147483646 w 6666"/>
                <a:gd name="T5" fmla="*/ 2147483646 h 6720"/>
                <a:gd name="T6" fmla="*/ 2147483646 w 6666"/>
                <a:gd name="T7" fmla="*/ 2147483646 h 6720"/>
                <a:gd name="T8" fmla="*/ 2147483646 w 6666"/>
                <a:gd name="T9" fmla="*/ 2147483646 h 6720"/>
                <a:gd name="T10" fmla="*/ 2147483646 w 6666"/>
                <a:gd name="T11" fmla="*/ 2147483646 h 6720"/>
                <a:gd name="T12" fmla="*/ 2147483646 w 6666"/>
                <a:gd name="T13" fmla="*/ 2147483646 h 6720"/>
                <a:gd name="T14" fmla="*/ 2147483646 w 6666"/>
                <a:gd name="T15" fmla="*/ 2147483646 h 6720"/>
                <a:gd name="T16" fmla="*/ 2147483646 w 6666"/>
                <a:gd name="T17" fmla="*/ 2147483646 h 6720"/>
                <a:gd name="T18" fmla="*/ 2147483646 w 6666"/>
                <a:gd name="T19" fmla="*/ 2147483646 h 6720"/>
                <a:gd name="T20" fmla="*/ 2147483646 w 6666"/>
                <a:gd name="T21" fmla="*/ 2147483646 h 6720"/>
                <a:gd name="T22" fmla="*/ 2147483646 w 6666"/>
                <a:gd name="T23" fmla="*/ 2147483646 h 6720"/>
                <a:gd name="T24" fmla="*/ 2147483646 w 6666"/>
                <a:gd name="T25" fmla="*/ 2147483646 h 6720"/>
                <a:gd name="T26" fmla="*/ 2147483646 w 6666"/>
                <a:gd name="T27" fmla="*/ 2147483646 h 6720"/>
                <a:gd name="T28" fmla="*/ 2147483646 w 6666"/>
                <a:gd name="T29" fmla="*/ 2147483646 h 6720"/>
                <a:gd name="T30" fmla="*/ 2147483646 w 6666"/>
                <a:gd name="T31" fmla="*/ 2147483646 h 6720"/>
                <a:gd name="T32" fmla="*/ 2147483646 w 6666"/>
                <a:gd name="T33" fmla="*/ 2147483646 h 6720"/>
                <a:gd name="T34" fmla="*/ 2147483646 w 6666"/>
                <a:gd name="T35" fmla="*/ 2147483646 h 6720"/>
                <a:gd name="T36" fmla="*/ 2147483646 w 6666"/>
                <a:gd name="T37" fmla="*/ 2147483646 h 6720"/>
                <a:gd name="T38" fmla="*/ 2147483646 w 6666"/>
                <a:gd name="T39" fmla="*/ 2147483646 h 6720"/>
                <a:gd name="T40" fmla="*/ 2147483646 w 6666"/>
                <a:gd name="T41" fmla="*/ 2147483646 h 6720"/>
                <a:gd name="T42" fmla="*/ 2147483646 w 6666"/>
                <a:gd name="T43" fmla="*/ 2147483646 h 6720"/>
                <a:gd name="T44" fmla="*/ 2147483646 w 6666"/>
                <a:gd name="T45" fmla="*/ 2147483646 h 6720"/>
                <a:gd name="T46" fmla="*/ 2147483646 w 6666"/>
                <a:gd name="T47" fmla="*/ 2147483646 h 6720"/>
                <a:gd name="T48" fmla="*/ 2147483646 w 6666"/>
                <a:gd name="T49" fmla="*/ 2147483646 h 6720"/>
                <a:gd name="T50" fmla="*/ 2147483646 w 6666"/>
                <a:gd name="T51" fmla="*/ 2147483646 h 6720"/>
                <a:gd name="T52" fmla="*/ 2147483646 w 6666"/>
                <a:gd name="T53" fmla="*/ 2147483646 h 6720"/>
                <a:gd name="T54" fmla="*/ 2147483646 w 6666"/>
                <a:gd name="T55" fmla="*/ 2147483646 h 6720"/>
                <a:gd name="T56" fmla="*/ 2147483646 w 6666"/>
                <a:gd name="T57" fmla="*/ 2147483646 h 6720"/>
                <a:gd name="T58" fmla="*/ 2147483646 w 6666"/>
                <a:gd name="T59" fmla="*/ 2147483646 h 6720"/>
                <a:gd name="T60" fmla="*/ 2147483646 w 6666"/>
                <a:gd name="T61" fmla="*/ 2147483646 h 6720"/>
                <a:gd name="T62" fmla="*/ 0 w 6666"/>
                <a:gd name="T63" fmla="*/ 2147483646 h 6720"/>
                <a:gd name="T64" fmla="*/ 2147483646 w 6666"/>
                <a:gd name="T65" fmla="*/ 2147483646 h 6720"/>
                <a:gd name="T66" fmla="*/ 2147483646 w 6666"/>
                <a:gd name="T67" fmla="*/ 2147483646 h 6720"/>
                <a:gd name="T68" fmla="*/ 2147483646 w 6666"/>
                <a:gd name="T69" fmla="*/ 2147483646 h 6720"/>
                <a:gd name="T70" fmla="*/ 2147483646 w 6666"/>
                <a:gd name="T71" fmla="*/ 2147483646 h 6720"/>
                <a:gd name="T72" fmla="*/ 2147483646 w 6666"/>
                <a:gd name="T73" fmla="*/ 2147483646 h 6720"/>
                <a:gd name="T74" fmla="*/ 2147483646 w 6666"/>
                <a:gd name="T75" fmla="*/ 2147483646 h 6720"/>
                <a:gd name="T76" fmla="*/ 2147483646 w 6666"/>
                <a:gd name="T77" fmla="*/ 2147483646 h 6720"/>
                <a:gd name="T78" fmla="*/ 2147483646 w 6666"/>
                <a:gd name="T79" fmla="*/ 2147483646 h 6720"/>
                <a:gd name="T80" fmla="*/ 2147483646 w 6666"/>
                <a:gd name="T81" fmla="*/ 2147483646 h 6720"/>
                <a:gd name="T82" fmla="*/ 2147483646 w 6666"/>
                <a:gd name="T83" fmla="*/ 2147483646 h 6720"/>
                <a:gd name="T84" fmla="*/ 2147483646 w 6666"/>
                <a:gd name="T85" fmla="*/ 2147483646 h 6720"/>
                <a:gd name="T86" fmla="*/ 2147483646 w 6666"/>
                <a:gd name="T87" fmla="*/ 2147483646 h 6720"/>
                <a:gd name="T88" fmla="*/ 2147483646 w 6666"/>
                <a:gd name="T89" fmla="*/ 2147483646 h 6720"/>
                <a:gd name="T90" fmla="*/ 2147483646 w 6666"/>
                <a:gd name="T91" fmla="*/ 2147483646 h 6720"/>
                <a:gd name="T92" fmla="*/ 2147483646 w 6666"/>
                <a:gd name="T93" fmla="*/ 2147483646 h 6720"/>
                <a:gd name="T94" fmla="*/ 2147483646 w 6666"/>
                <a:gd name="T95" fmla="*/ 2147483646 h 6720"/>
                <a:gd name="T96" fmla="*/ 2147483646 w 6666"/>
                <a:gd name="T97" fmla="*/ 2147483646 h 6720"/>
                <a:gd name="T98" fmla="*/ 2147483646 w 6666"/>
                <a:gd name="T99" fmla="*/ 2147483646 h 6720"/>
                <a:gd name="T100" fmla="*/ 2147483646 w 6666"/>
                <a:gd name="T101" fmla="*/ 2147483646 h 6720"/>
                <a:gd name="T102" fmla="*/ 2147483646 w 6666"/>
                <a:gd name="T103" fmla="*/ 2147483646 h 6720"/>
                <a:gd name="T104" fmla="*/ 2147483646 w 6666"/>
                <a:gd name="T105" fmla="*/ 2147483646 h 6720"/>
                <a:gd name="T106" fmla="*/ 2147483646 w 6666"/>
                <a:gd name="T107" fmla="*/ 2147483646 h 672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6666" h="6720">
                  <a:moveTo>
                    <a:pt x="0" y="3396"/>
                  </a:moveTo>
                  <a:lnTo>
                    <a:pt x="1074" y="3498"/>
                  </a:lnTo>
                  <a:lnTo>
                    <a:pt x="1074" y="4784"/>
                  </a:lnTo>
                  <a:lnTo>
                    <a:pt x="2781" y="4362"/>
                  </a:lnTo>
                  <a:lnTo>
                    <a:pt x="2781" y="3894"/>
                  </a:lnTo>
                  <a:lnTo>
                    <a:pt x="2574" y="3894"/>
                  </a:lnTo>
                  <a:lnTo>
                    <a:pt x="2574" y="3306"/>
                  </a:lnTo>
                  <a:lnTo>
                    <a:pt x="1594" y="3149"/>
                  </a:lnTo>
                  <a:lnTo>
                    <a:pt x="1035" y="2622"/>
                  </a:lnTo>
                  <a:lnTo>
                    <a:pt x="1214" y="1510"/>
                  </a:lnTo>
                  <a:lnTo>
                    <a:pt x="4534" y="2042"/>
                  </a:lnTo>
                  <a:lnTo>
                    <a:pt x="4552" y="1980"/>
                  </a:lnTo>
                  <a:lnTo>
                    <a:pt x="4573" y="1923"/>
                  </a:lnTo>
                  <a:lnTo>
                    <a:pt x="4584" y="1894"/>
                  </a:lnTo>
                  <a:lnTo>
                    <a:pt x="4596" y="1867"/>
                  </a:lnTo>
                  <a:lnTo>
                    <a:pt x="4608" y="1840"/>
                  </a:lnTo>
                  <a:lnTo>
                    <a:pt x="4619" y="1814"/>
                  </a:lnTo>
                  <a:lnTo>
                    <a:pt x="905" y="1220"/>
                  </a:lnTo>
                  <a:lnTo>
                    <a:pt x="1509" y="156"/>
                  </a:lnTo>
                  <a:lnTo>
                    <a:pt x="1915" y="0"/>
                  </a:lnTo>
                  <a:lnTo>
                    <a:pt x="5388" y="556"/>
                  </a:lnTo>
                  <a:lnTo>
                    <a:pt x="5717" y="610"/>
                  </a:lnTo>
                  <a:lnTo>
                    <a:pt x="6090" y="669"/>
                  </a:lnTo>
                  <a:lnTo>
                    <a:pt x="6666" y="761"/>
                  </a:lnTo>
                  <a:lnTo>
                    <a:pt x="6646" y="1291"/>
                  </a:lnTo>
                  <a:lnTo>
                    <a:pt x="6003" y="1997"/>
                  </a:lnTo>
                  <a:lnTo>
                    <a:pt x="5713" y="1956"/>
                  </a:lnTo>
                  <a:lnTo>
                    <a:pt x="5854" y="1080"/>
                  </a:lnTo>
                  <a:lnTo>
                    <a:pt x="6397" y="1166"/>
                  </a:lnTo>
                  <a:lnTo>
                    <a:pt x="6404" y="977"/>
                  </a:lnTo>
                  <a:lnTo>
                    <a:pt x="5616" y="850"/>
                  </a:lnTo>
                  <a:lnTo>
                    <a:pt x="5571" y="867"/>
                  </a:lnTo>
                  <a:lnTo>
                    <a:pt x="5017" y="1529"/>
                  </a:lnTo>
                  <a:lnTo>
                    <a:pt x="5033" y="1536"/>
                  </a:lnTo>
                  <a:lnTo>
                    <a:pt x="5048" y="1546"/>
                  </a:lnTo>
                  <a:lnTo>
                    <a:pt x="5063" y="1557"/>
                  </a:lnTo>
                  <a:lnTo>
                    <a:pt x="5078" y="1568"/>
                  </a:lnTo>
                  <a:lnTo>
                    <a:pt x="5092" y="1581"/>
                  </a:lnTo>
                  <a:lnTo>
                    <a:pt x="5105" y="1597"/>
                  </a:lnTo>
                  <a:lnTo>
                    <a:pt x="5118" y="1612"/>
                  </a:lnTo>
                  <a:lnTo>
                    <a:pt x="5131" y="1630"/>
                  </a:lnTo>
                  <a:lnTo>
                    <a:pt x="5141" y="1649"/>
                  </a:lnTo>
                  <a:lnTo>
                    <a:pt x="5153" y="1668"/>
                  </a:lnTo>
                  <a:lnTo>
                    <a:pt x="5163" y="1689"/>
                  </a:lnTo>
                  <a:lnTo>
                    <a:pt x="5173" y="1711"/>
                  </a:lnTo>
                  <a:lnTo>
                    <a:pt x="5182" y="1735"/>
                  </a:lnTo>
                  <a:lnTo>
                    <a:pt x="5191" y="1758"/>
                  </a:lnTo>
                  <a:lnTo>
                    <a:pt x="5198" y="1784"/>
                  </a:lnTo>
                  <a:lnTo>
                    <a:pt x="5205" y="1810"/>
                  </a:lnTo>
                  <a:lnTo>
                    <a:pt x="5212" y="1838"/>
                  </a:lnTo>
                  <a:lnTo>
                    <a:pt x="5218" y="1866"/>
                  </a:lnTo>
                  <a:lnTo>
                    <a:pt x="5223" y="1894"/>
                  </a:lnTo>
                  <a:lnTo>
                    <a:pt x="5228" y="1925"/>
                  </a:lnTo>
                  <a:lnTo>
                    <a:pt x="5231" y="1954"/>
                  </a:lnTo>
                  <a:lnTo>
                    <a:pt x="5234" y="1986"/>
                  </a:lnTo>
                  <a:lnTo>
                    <a:pt x="5236" y="2018"/>
                  </a:lnTo>
                  <a:lnTo>
                    <a:pt x="5237" y="2050"/>
                  </a:lnTo>
                  <a:lnTo>
                    <a:pt x="5237" y="2084"/>
                  </a:lnTo>
                  <a:lnTo>
                    <a:pt x="5237" y="2117"/>
                  </a:lnTo>
                  <a:lnTo>
                    <a:pt x="5236" y="2152"/>
                  </a:lnTo>
                  <a:lnTo>
                    <a:pt x="5234" y="2187"/>
                  </a:lnTo>
                  <a:lnTo>
                    <a:pt x="5231" y="2221"/>
                  </a:lnTo>
                  <a:lnTo>
                    <a:pt x="5228" y="2258"/>
                  </a:lnTo>
                  <a:lnTo>
                    <a:pt x="5223" y="2293"/>
                  </a:lnTo>
                  <a:lnTo>
                    <a:pt x="5217" y="2330"/>
                  </a:lnTo>
                  <a:lnTo>
                    <a:pt x="5211" y="2368"/>
                  </a:lnTo>
                  <a:lnTo>
                    <a:pt x="5203" y="2407"/>
                  </a:lnTo>
                  <a:lnTo>
                    <a:pt x="5195" y="2443"/>
                  </a:lnTo>
                  <a:lnTo>
                    <a:pt x="5186" y="2480"/>
                  </a:lnTo>
                  <a:lnTo>
                    <a:pt x="5176" y="2517"/>
                  </a:lnTo>
                  <a:lnTo>
                    <a:pt x="5165" y="2551"/>
                  </a:lnTo>
                  <a:lnTo>
                    <a:pt x="5154" y="2585"/>
                  </a:lnTo>
                  <a:lnTo>
                    <a:pt x="5143" y="2618"/>
                  </a:lnTo>
                  <a:lnTo>
                    <a:pt x="5130" y="2650"/>
                  </a:lnTo>
                  <a:lnTo>
                    <a:pt x="5117" y="2682"/>
                  </a:lnTo>
                  <a:lnTo>
                    <a:pt x="5102" y="2711"/>
                  </a:lnTo>
                  <a:lnTo>
                    <a:pt x="5088" y="2741"/>
                  </a:lnTo>
                  <a:lnTo>
                    <a:pt x="5074" y="2769"/>
                  </a:lnTo>
                  <a:lnTo>
                    <a:pt x="5059" y="2795"/>
                  </a:lnTo>
                  <a:lnTo>
                    <a:pt x="5042" y="2821"/>
                  </a:lnTo>
                  <a:lnTo>
                    <a:pt x="5027" y="2846"/>
                  </a:lnTo>
                  <a:lnTo>
                    <a:pt x="5010" y="2868"/>
                  </a:lnTo>
                  <a:lnTo>
                    <a:pt x="4993" y="2890"/>
                  </a:lnTo>
                  <a:lnTo>
                    <a:pt x="4976" y="2910"/>
                  </a:lnTo>
                  <a:lnTo>
                    <a:pt x="4958" y="2929"/>
                  </a:lnTo>
                  <a:lnTo>
                    <a:pt x="4941" y="2946"/>
                  </a:lnTo>
                  <a:lnTo>
                    <a:pt x="4923" y="2962"/>
                  </a:lnTo>
                  <a:lnTo>
                    <a:pt x="4904" y="2976"/>
                  </a:lnTo>
                  <a:lnTo>
                    <a:pt x="4886" y="2989"/>
                  </a:lnTo>
                  <a:lnTo>
                    <a:pt x="4867" y="2999"/>
                  </a:lnTo>
                  <a:lnTo>
                    <a:pt x="4849" y="3009"/>
                  </a:lnTo>
                  <a:lnTo>
                    <a:pt x="4830" y="3016"/>
                  </a:lnTo>
                  <a:lnTo>
                    <a:pt x="4812" y="3022"/>
                  </a:lnTo>
                  <a:lnTo>
                    <a:pt x="4793" y="3025"/>
                  </a:lnTo>
                  <a:lnTo>
                    <a:pt x="4774" y="3028"/>
                  </a:lnTo>
                  <a:lnTo>
                    <a:pt x="4755" y="3028"/>
                  </a:lnTo>
                  <a:lnTo>
                    <a:pt x="4736" y="3025"/>
                  </a:lnTo>
                  <a:lnTo>
                    <a:pt x="4719" y="3022"/>
                  </a:lnTo>
                  <a:lnTo>
                    <a:pt x="4702" y="3016"/>
                  </a:lnTo>
                  <a:lnTo>
                    <a:pt x="4686" y="3009"/>
                  </a:lnTo>
                  <a:lnTo>
                    <a:pt x="4669" y="3001"/>
                  </a:lnTo>
                  <a:lnTo>
                    <a:pt x="4654" y="2990"/>
                  </a:lnTo>
                  <a:lnTo>
                    <a:pt x="4640" y="2978"/>
                  </a:lnTo>
                  <a:lnTo>
                    <a:pt x="4624" y="2965"/>
                  </a:lnTo>
                  <a:lnTo>
                    <a:pt x="4611" y="2950"/>
                  </a:lnTo>
                  <a:lnTo>
                    <a:pt x="4598" y="2934"/>
                  </a:lnTo>
                  <a:lnTo>
                    <a:pt x="4585" y="2917"/>
                  </a:lnTo>
                  <a:lnTo>
                    <a:pt x="4573" y="2898"/>
                  </a:lnTo>
                  <a:lnTo>
                    <a:pt x="4562" y="2878"/>
                  </a:lnTo>
                  <a:lnTo>
                    <a:pt x="4551" y="2857"/>
                  </a:lnTo>
                  <a:lnTo>
                    <a:pt x="4541" y="2833"/>
                  </a:lnTo>
                  <a:lnTo>
                    <a:pt x="4532" y="2809"/>
                  </a:lnTo>
                  <a:lnTo>
                    <a:pt x="4524" y="2785"/>
                  </a:lnTo>
                  <a:lnTo>
                    <a:pt x="4471" y="3114"/>
                  </a:lnTo>
                  <a:lnTo>
                    <a:pt x="5020" y="3698"/>
                  </a:lnTo>
                  <a:lnTo>
                    <a:pt x="3581" y="3467"/>
                  </a:lnTo>
                  <a:lnTo>
                    <a:pt x="3581" y="3894"/>
                  </a:lnTo>
                  <a:lnTo>
                    <a:pt x="3385" y="3894"/>
                  </a:lnTo>
                  <a:lnTo>
                    <a:pt x="3385" y="4734"/>
                  </a:lnTo>
                  <a:lnTo>
                    <a:pt x="1074" y="5305"/>
                  </a:lnTo>
                  <a:lnTo>
                    <a:pt x="1074" y="6542"/>
                  </a:lnTo>
                  <a:lnTo>
                    <a:pt x="0" y="6720"/>
                  </a:lnTo>
                  <a:lnTo>
                    <a:pt x="0" y="3396"/>
                  </a:lnTo>
                  <a:close/>
                  <a:moveTo>
                    <a:pt x="4909" y="1945"/>
                  </a:moveTo>
                  <a:lnTo>
                    <a:pt x="4909" y="1945"/>
                  </a:lnTo>
                  <a:lnTo>
                    <a:pt x="4902" y="1945"/>
                  </a:lnTo>
                  <a:lnTo>
                    <a:pt x="4893" y="1945"/>
                  </a:lnTo>
                  <a:lnTo>
                    <a:pt x="4885" y="1945"/>
                  </a:lnTo>
                  <a:lnTo>
                    <a:pt x="4877" y="1947"/>
                  </a:lnTo>
                  <a:lnTo>
                    <a:pt x="4869" y="1950"/>
                  </a:lnTo>
                  <a:lnTo>
                    <a:pt x="4860" y="1953"/>
                  </a:lnTo>
                  <a:lnTo>
                    <a:pt x="4845" y="1962"/>
                  </a:lnTo>
                  <a:lnTo>
                    <a:pt x="4828" y="1973"/>
                  </a:lnTo>
                  <a:lnTo>
                    <a:pt x="4813" y="1988"/>
                  </a:lnTo>
                  <a:lnTo>
                    <a:pt x="4798" y="2004"/>
                  </a:lnTo>
                  <a:lnTo>
                    <a:pt x="4784" y="2023"/>
                  </a:lnTo>
                  <a:lnTo>
                    <a:pt x="4769" y="2045"/>
                  </a:lnTo>
                  <a:lnTo>
                    <a:pt x="4756" y="2069"/>
                  </a:lnTo>
                  <a:lnTo>
                    <a:pt x="4745" y="2094"/>
                  </a:lnTo>
                  <a:lnTo>
                    <a:pt x="4734" y="2122"/>
                  </a:lnTo>
                  <a:lnTo>
                    <a:pt x="4723" y="2150"/>
                  </a:lnTo>
                  <a:lnTo>
                    <a:pt x="4715" y="2181"/>
                  </a:lnTo>
                  <a:lnTo>
                    <a:pt x="4707" y="2213"/>
                  </a:lnTo>
                  <a:lnTo>
                    <a:pt x="4701" y="2247"/>
                  </a:lnTo>
                  <a:lnTo>
                    <a:pt x="4696" y="2280"/>
                  </a:lnTo>
                  <a:lnTo>
                    <a:pt x="4694" y="2313"/>
                  </a:lnTo>
                  <a:lnTo>
                    <a:pt x="4693" y="2345"/>
                  </a:lnTo>
                  <a:lnTo>
                    <a:pt x="4693" y="2376"/>
                  </a:lnTo>
                  <a:lnTo>
                    <a:pt x="4695" y="2406"/>
                  </a:lnTo>
                  <a:lnTo>
                    <a:pt x="4699" y="2434"/>
                  </a:lnTo>
                  <a:lnTo>
                    <a:pt x="4703" y="2460"/>
                  </a:lnTo>
                  <a:lnTo>
                    <a:pt x="4710" y="2485"/>
                  </a:lnTo>
                  <a:lnTo>
                    <a:pt x="4717" y="2508"/>
                  </a:lnTo>
                  <a:lnTo>
                    <a:pt x="4727" y="2528"/>
                  </a:lnTo>
                  <a:lnTo>
                    <a:pt x="4736" y="2547"/>
                  </a:lnTo>
                  <a:lnTo>
                    <a:pt x="4748" y="2563"/>
                  </a:lnTo>
                  <a:lnTo>
                    <a:pt x="4761" y="2576"/>
                  </a:lnTo>
                  <a:lnTo>
                    <a:pt x="4767" y="2581"/>
                  </a:lnTo>
                  <a:lnTo>
                    <a:pt x="4774" y="2586"/>
                  </a:lnTo>
                  <a:lnTo>
                    <a:pt x="4781" y="2591"/>
                  </a:lnTo>
                  <a:lnTo>
                    <a:pt x="4789" y="2594"/>
                  </a:lnTo>
                  <a:lnTo>
                    <a:pt x="4797" y="2597"/>
                  </a:lnTo>
                  <a:lnTo>
                    <a:pt x="4805" y="2598"/>
                  </a:lnTo>
                  <a:lnTo>
                    <a:pt x="4813" y="2599"/>
                  </a:lnTo>
                  <a:lnTo>
                    <a:pt x="4821" y="2599"/>
                  </a:lnTo>
                  <a:lnTo>
                    <a:pt x="4830" y="2598"/>
                  </a:lnTo>
                  <a:lnTo>
                    <a:pt x="4838" y="2597"/>
                  </a:lnTo>
                  <a:lnTo>
                    <a:pt x="4845" y="2594"/>
                  </a:lnTo>
                  <a:lnTo>
                    <a:pt x="4853" y="2591"/>
                  </a:lnTo>
                  <a:lnTo>
                    <a:pt x="4870" y="2583"/>
                  </a:lnTo>
                  <a:lnTo>
                    <a:pt x="4885" y="2571"/>
                  </a:lnTo>
                  <a:lnTo>
                    <a:pt x="4900" y="2557"/>
                  </a:lnTo>
                  <a:lnTo>
                    <a:pt x="4916" y="2539"/>
                  </a:lnTo>
                  <a:lnTo>
                    <a:pt x="4930" y="2520"/>
                  </a:lnTo>
                  <a:lnTo>
                    <a:pt x="4944" y="2499"/>
                  </a:lnTo>
                  <a:lnTo>
                    <a:pt x="4957" y="2475"/>
                  </a:lnTo>
                  <a:lnTo>
                    <a:pt x="4969" y="2449"/>
                  </a:lnTo>
                  <a:lnTo>
                    <a:pt x="4981" y="2422"/>
                  </a:lnTo>
                  <a:lnTo>
                    <a:pt x="4990" y="2393"/>
                  </a:lnTo>
                  <a:lnTo>
                    <a:pt x="5000" y="2362"/>
                  </a:lnTo>
                  <a:lnTo>
                    <a:pt x="5007" y="2330"/>
                  </a:lnTo>
                  <a:lnTo>
                    <a:pt x="5013" y="2297"/>
                  </a:lnTo>
                  <a:lnTo>
                    <a:pt x="5017" y="2264"/>
                  </a:lnTo>
                  <a:lnTo>
                    <a:pt x="5021" y="2231"/>
                  </a:lnTo>
                  <a:lnTo>
                    <a:pt x="5021" y="2199"/>
                  </a:lnTo>
                  <a:lnTo>
                    <a:pt x="5021" y="2168"/>
                  </a:lnTo>
                  <a:lnTo>
                    <a:pt x="5019" y="2139"/>
                  </a:lnTo>
                  <a:lnTo>
                    <a:pt x="5015" y="2110"/>
                  </a:lnTo>
                  <a:lnTo>
                    <a:pt x="5010" y="2083"/>
                  </a:lnTo>
                  <a:lnTo>
                    <a:pt x="5004" y="2058"/>
                  </a:lnTo>
                  <a:lnTo>
                    <a:pt x="4996" y="2036"/>
                  </a:lnTo>
                  <a:lnTo>
                    <a:pt x="4988" y="2015"/>
                  </a:lnTo>
                  <a:lnTo>
                    <a:pt x="4977" y="1997"/>
                  </a:lnTo>
                  <a:lnTo>
                    <a:pt x="4965" y="1980"/>
                  </a:lnTo>
                  <a:lnTo>
                    <a:pt x="4954" y="1967"/>
                  </a:lnTo>
                  <a:lnTo>
                    <a:pt x="4947" y="1962"/>
                  </a:lnTo>
                  <a:lnTo>
                    <a:pt x="4939" y="1957"/>
                  </a:lnTo>
                  <a:lnTo>
                    <a:pt x="4932" y="1953"/>
                  </a:lnTo>
                  <a:lnTo>
                    <a:pt x="4925" y="1950"/>
                  </a:lnTo>
                  <a:lnTo>
                    <a:pt x="4917" y="1947"/>
                  </a:lnTo>
                  <a:lnTo>
                    <a:pt x="4909" y="1945"/>
                  </a:lnTo>
                  <a:close/>
                  <a:moveTo>
                    <a:pt x="4882" y="3552"/>
                  </a:moveTo>
                  <a:lnTo>
                    <a:pt x="5074" y="3727"/>
                  </a:lnTo>
                  <a:lnTo>
                    <a:pt x="5719" y="3325"/>
                  </a:lnTo>
                  <a:lnTo>
                    <a:pt x="5910" y="2130"/>
                  </a:lnTo>
                  <a:lnTo>
                    <a:pt x="5660" y="2090"/>
                  </a:lnTo>
                  <a:lnTo>
                    <a:pt x="5486" y="3172"/>
                  </a:lnTo>
                  <a:lnTo>
                    <a:pt x="4882" y="3552"/>
                  </a:lnTo>
                  <a:close/>
                </a:path>
              </a:pathLst>
            </a:custGeom>
            <a:solidFill>
              <a:srgbClr val="FFCC66"/>
            </a:solidFill>
            <a:ln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3" name="PA-图片 12-225325">
              <a:extLst>
                <a:ext uri="{FF2B5EF4-FFF2-40B4-BE49-F238E27FC236}">
                  <a16:creationId xmlns:a16="http://schemas.microsoft.com/office/drawing/2014/main" id="{250921FF-A7EB-4992-A8BE-1B3287DAD9F1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6302" y="2404046"/>
              <a:ext cx="478655" cy="478655"/>
            </a:xfrm>
            <a:prstGeom prst="rect">
              <a:avLst/>
            </a:prstGeom>
          </p:spPr>
        </p:pic>
        <p:sp>
          <p:nvSpPr>
            <p:cNvPr id="159" name="PA-A000220140718C65PPSH-4568">
              <a:extLst>
                <a:ext uri="{FF2B5EF4-FFF2-40B4-BE49-F238E27FC236}">
                  <a16:creationId xmlns:a16="http://schemas.microsoft.com/office/drawing/2014/main" id="{7078A89C-F37F-41D9-B26A-13BE0CDA66A2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rot="5905816">
              <a:off x="1237946" y="2212715"/>
              <a:ext cx="321263" cy="765344"/>
            </a:xfrm>
            <a:prstGeom prst="lightningBol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C5C56267-0FFA-474F-AF2F-0EF9AA3C419B}"/>
                </a:ext>
              </a:extLst>
            </p:cNvPr>
            <p:cNvSpPr txBox="1"/>
            <p:nvPr/>
          </p:nvSpPr>
          <p:spPr>
            <a:xfrm>
              <a:off x="290328" y="2817650"/>
              <a:ext cx="11744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cs typeface="+mn-lt"/>
                </a:rPr>
                <a:t>CPU   </a:t>
              </a:r>
              <a:r>
                <a:rPr lang="en-US" altLang="zh-CN" sz="2000" b="1" dirty="0">
                  <a:latin typeface="+mj-lt"/>
                  <a:cs typeface="Times New Roman" panose="02020603050405020304" pitchFamily="18" charset="0"/>
                </a:rPr>
                <a:t>f</a:t>
              </a:r>
              <a:r>
                <a:rPr lang="en-US" altLang="zh-CN" sz="2000" baseline="-25000" dirty="0">
                  <a:latin typeface="+mj-lt"/>
                  <a:cs typeface="Times New Roman" panose="02020603050405020304" pitchFamily="18" charset="0"/>
                </a:rPr>
                <a:t>2</a:t>
              </a:r>
              <a:r>
                <a:rPr lang="en-US" altLang="zh-CN" sz="2000" b="1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1" name="PA-A000220140718C65PPSH-4568">
              <a:extLst>
                <a:ext uri="{FF2B5EF4-FFF2-40B4-BE49-F238E27FC236}">
                  <a16:creationId xmlns:a16="http://schemas.microsoft.com/office/drawing/2014/main" id="{31C29E61-60F4-495D-928B-55DD2D94099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5257457">
              <a:off x="3806310" y="1527310"/>
              <a:ext cx="476309" cy="2360185"/>
            </a:xfrm>
            <a:custGeom>
              <a:avLst/>
              <a:gdLst>
                <a:gd name="connsiteX0" fmla="*/ 1491342 w 1491342"/>
                <a:gd name="connsiteY0" fmla="*/ 0 h 2231572"/>
                <a:gd name="connsiteX1" fmla="*/ 32657 w 1491342"/>
                <a:gd name="connsiteY1" fmla="*/ 1143000 h 2231572"/>
                <a:gd name="connsiteX2" fmla="*/ 685800 w 1491342"/>
                <a:gd name="connsiteY2" fmla="*/ 1284515 h 2231572"/>
                <a:gd name="connsiteX3" fmla="*/ 0 w 1491342"/>
                <a:gd name="connsiteY3" fmla="*/ 2231572 h 2231572"/>
                <a:gd name="connsiteX4" fmla="*/ 1404257 w 1491342"/>
                <a:gd name="connsiteY4" fmla="*/ 1143000 h 2231572"/>
                <a:gd name="connsiteX5" fmla="*/ 794657 w 1491342"/>
                <a:gd name="connsiteY5" fmla="*/ 990600 h 2231572"/>
                <a:gd name="connsiteX6" fmla="*/ 1491342 w 1491342"/>
                <a:gd name="connsiteY6" fmla="*/ 0 h 2231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91342" h="2231572">
                  <a:moveTo>
                    <a:pt x="1491342" y="0"/>
                  </a:moveTo>
                  <a:lnTo>
                    <a:pt x="32657" y="1143000"/>
                  </a:lnTo>
                  <a:lnTo>
                    <a:pt x="685800" y="1284515"/>
                  </a:lnTo>
                  <a:lnTo>
                    <a:pt x="0" y="2231572"/>
                  </a:lnTo>
                  <a:lnTo>
                    <a:pt x="1404257" y="1143000"/>
                  </a:lnTo>
                  <a:lnTo>
                    <a:pt x="794657" y="990600"/>
                  </a:lnTo>
                  <a:lnTo>
                    <a:pt x="1491342" y="0"/>
                  </a:ln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pic>
          <p:nvPicPr>
            <p:cNvPr id="20" name="PA-图片 19-84085">
              <a:extLst>
                <a:ext uri="{FF2B5EF4-FFF2-40B4-BE49-F238E27FC236}">
                  <a16:creationId xmlns:a16="http://schemas.microsoft.com/office/drawing/2014/main" id="{EB7952C4-8095-424B-862E-4F3914DCA55F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5408" y="3403071"/>
              <a:ext cx="729930" cy="729930"/>
            </a:xfrm>
            <a:prstGeom prst="rect">
              <a:avLst/>
            </a:prstGeom>
          </p:spPr>
        </p:pic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DE6A522C-D753-4397-BE90-31D380BAEEA0}"/>
                </a:ext>
              </a:extLst>
            </p:cNvPr>
            <p:cNvGrpSpPr/>
            <p:nvPr/>
          </p:nvGrpSpPr>
          <p:grpSpPr>
            <a:xfrm>
              <a:off x="5283314" y="2114964"/>
              <a:ext cx="1174288" cy="1984051"/>
              <a:chOff x="9692358" y="1764186"/>
              <a:chExt cx="1633039" cy="2654948"/>
            </a:xfrm>
          </p:grpSpPr>
          <p:sp>
            <p:nvSpPr>
              <p:cNvPr id="15" name="圆柱体 14">
                <a:extLst>
                  <a:ext uri="{FF2B5EF4-FFF2-40B4-BE49-F238E27FC236}">
                    <a16:creationId xmlns:a16="http://schemas.microsoft.com/office/drawing/2014/main" id="{3C515D1F-6E77-4CDD-AFE2-716806B0926B}"/>
                  </a:ext>
                </a:extLst>
              </p:cNvPr>
              <p:cNvSpPr/>
              <p:nvPr/>
            </p:nvSpPr>
            <p:spPr>
              <a:xfrm>
                <a:off x="10454078" y="2406163"/>
                <a:ext cx="132721" cy="546300"/>
              </a:xfrm>
              <a:prstGeom prst="can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62" name="PA-信号-284677">
                <a:extLst>
                  <a:ext uri="{FF2B5EF4-FFF2-40B4-BE49-F238E27FC236}">
                    <a16:creationId xmlns:a16="http://schemas.microsoft.com/office/drawing/2014/main" id="{739A55BA-0A45-4652-9430-23EFA0F54288}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119"/>
                </p:custDataLst>
              </p:nvPr>
            </p:nvGrpSpPr>
            <p:grpSpPr bwMode="auto">
              <a:xfrm>
                <a:off x="9692358" y="1764186"/>
                <a:ext cx="1633039" cy="1096722"/>
                <a:chOff x="3190" y="1728"/>
                <a:chExt cx="1288" cy="865"/>
              </a:xfrm>
              <a:solidFill>
                <a:schemeClr val="tx1"/>
              </a:solidFill>
            </p:grpSpPr>
            <p:sp>
              <p:nvSpPr>
                <p:cNvPr id="163" name="PA-任意多边形 114">
                  <a:extLst>
                    <a:ext uri="{FF2B5EF4-FFF2-40B4-BE49-F238E27FC236}">
                      <a16:creationId xmlns:a16="http://schemas.microsoft.com/office/drawing/2014/main" id="{092B7F64-D65E-4E0A-952A-553D4A6BFC6A}"/>
                    </a:ext>
                  </a:extLst>
                </p:cNvPr>
                <p:cNvSpPr>
                  <a:spLocks noEditPoints="1"/>
                </p:cNvSpPr>
                <p:nvPr>
                  <p:custDataLst>
                    <p:tags r:id="rId121"/>
                  </p:custDataLst>
                </p:nvPr>
              </p:nvSpPr>
              <p:spPr bwMode="auto">
                <a:xfrm>
                  <a:off x="3691" y="2010"/>
                  <a:ext cx="300" cy="300"/>
                </a:xfrm>
                <a:custGeom>
                  <a:avLst/>
                  <a:gdLst>
                    <a:gd name="T0" fmla="*/ 397 w 795"/>
                    <a:gd name="T1" fmla="*/ 0 h 795"/>
                    <a:gd name="T2" fmla="*/ 0 w 795"/>
                    <a:gd name="T3" fmla="*/ 397 h 795"/>
                    <a:gd name="T4" fmla="*/ 397 w 795"/>
                    <a:gd name="T5" fmla="*/ 795 h 795"/>
                    <a:gd name="T6" fmla="*/ 795 w 795"/>
                    <a:gd name="T7" fmla="*/ 397 h 795"/>
                    <a:gd name="T8" fmla="*/ 397 w 795"/>
                    <a:gd name="T9" fmla="*/ 0 h 795"/>
                    <a:gd name="T10" fmla="*/ 397 w 795"/>
                    <a:gd name="T11" fmla="*/ 545 h 795"/>
                    <a:gd name="T12" fmla="*/ 250 w 795"/>
                    <a:gd name="T13" fmla="*/ 397 h 795"/>
                    <a:gd name="T14" fmla="*/ 397 w 795"/>
                    <a:gd name="T15" fmla="*/ 250 h 795"/>
                    <a:gd name="T16" fmla="*/ 545 w 795"/>
                    <a:gd name="T17" fmla="*/ 397 h 795"/>
                    <a:gd name="T18" fmla="*/ 397 w 795"/>
                    <a:gd name="T19" fmla="*/ 545 h 7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95" h="795">
                      <a:moveTo>
                        <a:pt x="397" y="0"/>
                      </a:moveTo>
                      <a:cubicBezTo>
                        <a:pt x="178" y="0"/>
                        <a:pt x="0" y="178"/>
                        <a:pt x="0" y="397"/>
                      </a:cubicBezTo>
                      <a:cubicBezTo>
                        <a:pt x="0" y="617"/>
                        <a:pt x="178" y="795"/>
                        <a:pt x="397" y="795"/>
                      </a:cubicBezTo>
                      <a:cubicBezTo>
                        <a:pt x="617" y="795"/>
                        <a:pt x="795" y="617"/>
                        <a:pt x="795" y="397"/>
                      </a:cubicBezTo>
                      <a:cubicBezTo>
                        <a:pt x="795" y="178"/>
                        <a:pt x="617" y="0"/>
                        <a:pt x="397" y="0"/>
                      </a:cubicBezTo>
                      <a:close/>
                      <a:moveTo>
                        <a:pt x="397" y="545"/>
                      </a:moveTo>
                      <a:cubicBezTo>
                        <a:pt x="316" y="545"/>
                        <a:pt x="250" y="479"/>
                        <a:pt x="250" y="397"/>
                      </a:cubicBezTo>
                      <a:cubicBezTo>
                        <a:pt x="250" y="316"/>
                        <a:pt x="316" y="250"/>
                        <a:pt x="397" y="250"/>
                      </a:cubicBezTo>
                      <a:cubicBezTo>
                        <a:pt x="479" y="250"/>
                        <a:pt x="545" y="316"/>
                        <a:pt x="545" y="397"/>
                      </a:cubicBezTo>
                      <a:cubicBezTo>
                        <a:pt x="545" y="479"/>
                        <a:pt x="479" y="545"/>
                        <a:pt x="397" y="545"/>
                      </a:cubicBezTo>
                      <a:close/>
                    </a:path>
                  </a:pathLst>
                </a:custGeom>
                <a:ln>
                  <a:headEnd/>
                  <a:tailEnd/>
                </a:ln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164" name="PA-任意多边形 115">
                  <a:extLst>
                    <a:ext uri="{FF2B5EF4-FFF2-40B4-BE49-F238E27FC236}">
                      <a16:creationId xmlns:a16="http://schemas.microsoft.com/office/drawing/2014/main" id="{37375991-3609-4E9C-8514-AD23F5A4D9A8}"/>
                    </a:ext>
                  </a:extLst>
                </p:cNvPr>
                <p:cNvSpPr>
                  <a:spLocks/>
                </p:cNvSpPr>
                <p:nvPr>
                  <p:custDataLst>
                    <p:tags r:id="rId122"/>
                  </p:custDataLst>
                </p:nvPr>
              </p:nvSpPr>
              <p:spPr bwMode="auto">
                <a:xfrm>
                  <a:off x="3431" y="1883"/>
                  <a:ext cx="228" cy="555"/>
                </a:xfrm>
                <a:custGeom>
                  <a:avLst/>
                  <a:gdLst>
                    <a:gd name="T0" fmla="*/ 555 w 604"/>
                    <a:gd name="T1" fmla="*/ 49 h 1471"/>
                    <a:gd name="T2" fmla="*/ 379 w 604"/>
                    <a:gd name="T3" fmla="*/ 49 h 1471"/>
                    <a:gd name="T4" fmla="*/ 379 w 604"/>
                    <a:gd name="T5" fmla="*/ 49 h 1471"/>
                    <a:gd name="T6" fmla="*/ 379 w 604"/>
                    <a:gd name="T7" fmla="*/ 1422 h 1471"/>
                    <a:gd name="T8" fmla="*/ 379 w 604"/>
                    <a:gd name="T9" fmla="*/ 1422 h 1471"/>
                    <a:gd name="T10" fmla="*/ 555 w 604"/>
                    <a:gd name="T11" fmla="*/ 1422 h 1471"/>
                    <a:gd name="T12" fmla="*/ 555 w 604"/>
                    <a:gd name="T13" fmla="*/ 1245 h 1471"/>
                    <a:gd name="T14" fmla="*/ 555 w 604"/>
                    <a:gd name="T15" fmla="*/ 226 h 1471"/>
                    <a:gd name="T16" fmla="*/ 555 w 604"/>
                    <a:gd name="T17" fmla="*/ 226 h 1471"/>
                    <a:gd name="T18" fmla="*/ 555 w 604"/>
                    <a:gd name="T19" fmla="*/ 49 h 1471"/>
                    <a:gd name="T20" fmla="*/ 555 w 604"/>
                    <a:gd name="T21" fmla="*/ 49 h 14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04" h="1471">
                      <a:moveTo>
                        <a:pt x="555" y="49"/>
                      </a:moveTo>
                      <a:cubicBezTo>
                        <a:pt x="507" y="0"/>
                        <a:pt x="427" y="0"/>
                        <a:pt x="379" y="49"/>
                      </a:cubicBezTo>
                      <a:cubicBezTo>
                        <a:pt x="379" y="49"/>
                        <a:pt x="379" y="49"/>
                        <a:pt x="379" y="49"/>
                      </a:cubicBezTo>
                      <a:cubicBezTo>
                        <a:pt x="0" y="428"/>
                        <a:pt x="0" y="1043"/>
                        <a:pt x="379" y="1422"/>
                      </a:cubicBezTo>
                      <a:cubicBezTo>
                        <a:pt x="379" y="1422"/>
                        <a:pt x="379" y="1422"/>
                        <a:pt x="379" y="1422"/>
                      </a:cubicBezTo>
                      <a:cubicBezTo>
                        <a:pt x="427" y="1471"/>
                        <a:pt x="507" y="1471"/>
                        <a:pt x="555" y="1422"/>
                      </a:cubicBezTo>
                      <a:cubicBezTo>
                        <a:pt x="604" y="1373"/>
                        <a:pt x="604" y="1294"/>
                        <a:pt x="555" y="1245"/>
                      </a:cubicBezTo>
                      <a:cubicBezTo>
                        <a:pt x="274" y="964"/>
                        <a:pt x="274" y="507"/>
                        <a:pt x="555" y="226"/>
                      </a:cubicBezTo>
                      <a:cubicBezTo>
                        <a:pt x="555" y="226"/>
                        <a:pt x="555" y="226"/>
                        <a:pt x="555" y="226"/>
                      </a:cubicBezTo>
                      <a:cubicBezTo>
                        <a:pt x="604" y="177"/>
                        <a:pt x="604" y="98"/>
                        <a:pt x="555" y="49"/>
                      </a:cubicBezTo>
                      <a:cubicBezTo>
                        <a:pt x="555" y="49"/>
                        <a:pt x="555" y="49"/>
                        <a:pt x="555" y="49"/>
                      </a:cubicBezTo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headEnd/>
                  <a:tailEnd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165" name="PA-任意多边形 116">
                  <a:extLst>
                    <a:ext uri="{FF2B5EF4-FFF2-40B4-BE49-F238E27FC236}">
                      <a16:creationId xmlns:a16="http://schemas.microsoft.com/office/drawing/2014/main" id="{DA1CCC1C-9D73-4F45-94A1-CA009D0FB9A2}"/>
                    </a:ext>
                  </a:extLst>
                </p:cNvPr>
                <p:cNvSpPr>
                  <a:spLocks/>
                </p:cNvSpPr>
                <p:nvPr>
                  <p:custDataLst>
                    <p:tags r:id="rId123"/>
                  </p:custDataLst>
                </p:nvPr>
              </p:nvSpPr>
              <p:spPr bwMode="auto">
                <a:xfrm>
                  <a:off x="3190" y="1728"/>
                  <a:ext cx="314" cy="865"/>
                </a:xfrm>
                <a:custGeom>
                  <a:avLst/>
                  <a:gdLst>
                    <a:gd name="T0" fmla="*/ 402 w 832"/>
                    <a:gd name="T1" fmla="*/ 1145 h 2291"/>
                    <a:gd name="T2" fmla="*/ 783 w 832"/>
                    <a:gd name="T3" fmla="*/ 225 h 2291"/>
                    <a:gd name="T4" fmla="*/ 783 w 832"/>
                    <a:gd name="T5" fmla="*/ 49 h 2291"/>
                    <a:gd name="T6" fmla="*/ 606 w 832"/>
                    <a:gd name="T7" fmla="*/ 49 h 2291"/>
                    <a:gd name="T8" fmla="*/ 605 w 832"/>
                    <a:gd name="T9" fmla="*/ 2241 h 2291"/>
                    <a:gd name="T10" fmla="*/ 606 w 832"/>
                    <a:gd name="T11" fmla="*/ 2242 h 2291"/>
                    <a:gd name="T12" fmla="*/ 783 w 832"/>
                    <a:gd name="T13" fmla="*/ 2242 h 2291"/>
                    <a:gd name="T14" fmla="*/ 783 w 832"/>
                    <a:gd name="T15" fmla="*/ 2065 h 2291"/>
                    <a:gd name="T16" fmla="*/ 402 w 832"/>
                    <a:gd name="T17" fmla="*/ 1145 h 22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32" h="2291">
                      <a:moveTo>
                        <a:pt x="402" y="1145"/>
                      </a:moveTo>
                      <a:cubicBezTo>
                        <a:pt x="402" y="798"/>
                        <a:pt x="537" y="471"/>
                        <a:pt x="783" y="225"/>
                      </a:cubicBezTo>
                      <a:cubicBezTo>
                        <a:pt x="832" y="177"/>
                        <a:pt x="832" y="97"/>
                        <a:pt x="783" y="49"/>
                      </a:cubicBezTo>
                      <a:cubicBezTo>
                        <a:pt x="734" y="0"/>
                        <a:pt x="655" y="0"/>
                        <a:pt x="606" y="49"/>
                      </a:cubicBezTo>
                      <a:cubicBezTo>
                        <a:pt x="1" y="653"/>
                        <a:pt x="0" y="1635"/>
                        <a:pt x="605" y="2241"/>
                      </a:cubicBezTo>
                      <a:cubicBezTo>
                        <a:pt x="605" y="2241"/>
                        <a:pt x="606" y="2242"/>
                        <a:pt x="606" y="2242"/>
                      </a:cubicBezTo>
                      <a:cubicBezTo>
                        <a:pt x="655" y="2291"/>
                        <a:pt x="734" y="2291"/>
                        <a:pt x="783" y="2242"/>
                      </a:cubicBezTo>
                      <a:cubicBezTo>
                        <a:pt x="832" y="2193"/>
                        <a:pt x="832" y="2114"/>
                        <a:pt x="783" y="2065"/>
                      </a:cubicBezTo>
                      <a:cubicBezTo>
                        <a:pt x="537" y="1820"/>
                        <a:pt x="402" y="1493"/>
                        <a:pt x="402" y="1145"/>
                      </a:cubicBezTo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headEnd/>
                  <a:tailEnd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166" name="PA-任意多边形 117">
                  <a:extLst>
                    <a:ext uri="{FF2B5EF4-FFF2-40B4-BE49-F238E27FC236}">
                      <a16:creationId xmlns:a16="http://schemas.microsoft.com/office/drawing/2014/main" id="{9CDC01CC-9BDA-4CFF-A72D-40D837F2CA02}"/>
                    </a:ext>
                  </a:extLst>
                </p:cNvPr>
                <p:cNvSpPr>
                  <a:spLocks/>
                </p:cNvSpPr>
                <p:nvPr>
                  <p:custDataLst>
                    <p:tags r:id="rId124"/>
                  </p:custDataLst>
                </p:nvPr>
              </p:nvSpPr>
              <p:spPr bwMode="auto">
                <a:xfrm>
                  <a:off x="4022" y="1883"/>
                  <a:ext cx="228" cy="555"/>
                </a:xfrm>
                <a:custGeom>
                  <a:avLst/>
                  <a:gdLst>
                    <a:gd name="T0" fmla="*/ 225 w 604"/>
                    <a:gd name="T1" fmla="*/ 49 h 1471"/>
                    <a:gd name="T2" fmla="*/ 48 w 604"/>
                    <a:gd name="T3" fmla="*/ 49 h 1471"/>
                    <a:gd name="T4" fmla="*/ 48 w 604"/>
                    <a:gd name="T5" fmla="*/ 226 h 1471"/>
                    <a:gd name="T6" fmla="*/ 49 w 604"/>
                    <a:gd name="T7" fmla="*/ 1245 h 1471"/>
                    <a:gd name="T8" fmla="*/ 48 w 604"/>
                    <a:gd name="T9" fmla="*/ 1245 h 1471"/>
                    <a:gd name="T10" fmla="*/ 48 w 604"/>
                    <a:gd name="T11" fmla="*/ 1422 h 1471"/>
                    <a:gd name="T12" fmla="*/ 225 w 604"/>
                    <a:gd name="T13" fmla="*/ 1422 h 1471"/>
                    <a:gd name="T14" fmla="*/ 225 w 604"/>
                    <a:gd name="T15" fmla="*/ 49 h 1471"/>
                    <a:gd name="T16" fmla="*/ 225 w 604"/>
                    <a:gd name="T17" fmla="*/ 49 h 14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4" h="1471">
                      <a:moveTo>
                        <a:pt x="225" y="49"/>
                      </a:moveTo>
                      <a:cubicBezTo>
                        <a:pt x="176" y="0"/>
                        <a:pt x="97" y="0"/>
                        <a:pt x="48" y="49"/>
                      </a:cubicBezTo>
                      <a:cubicBezTo>
                        <a:pt x="0" y="98"/>
                        <a:pt x="0" y="177"/>
                        <a:pt x="48" y="226"/>
                      </a:cubicBezTo>
                      <a:cubicBezTo>
                        <a:pt x="330" y="507"/>
                        <a:pt x="330" y="964"/>
                        <a:pt x="49" y="1245"/>
                      </a:cubicBezTo>
                      <a:cubicBezTo>
                        <a:pt x="49" y="1245"/>
                        <a:pt x="49" y="1245"/>
                        <a:pt x="48" y="1245"/>
                      </a:cubicBezTo>
                      <a:cubicBezTo>
                        <a:pt x="0" y="1294"/>
                        <a:pt x="0" y="1373"/>
                        <a:pt x="48" y="1422"/>
                      </a:cubicBezTo>
                      <a:cubicBezTo>
                        <a:pt x="97" y="1471"/>
                        <a:pt x="176" y="1471"/>
                        <a:pt x="225" y="1422"/>
                      </a:cubicBezTo>
                      <a:cubicBezTo>
                        <a:pt x="604" y="1043"/>
                        <a:pt x="604" y="428"/>
                        <a:pt x="225" y="49"/>
                      </a:cubicBezTo>
                      <a:cubicBezTo>
                        <a:pt x="225" y="49"/>
                        <a:pt x="225" y="49"/>
                        <a:pt x="225" y="49"/>
                      </a:cubicBezTo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headEnd/>
                  <a:tailEnd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  <p:sp>
              <p:nvSpPr>
                <p:cNvPr id="167" name="PA-任意多边形 118">
                  <a:extLst>
                    <a:ext uri="{FF2B5EF4-FFF2-40B4-BE49-F238E27FC236}">
                      <a16:creationId xmlns:a16="http://schemas.microsoft.com/office/drawing/2014/main" id="{D0CA25BA-345D-4A5B-BDE4-A5647B2AA3FE}"/>
                    </a:ext>
                  </a:extLst>
                </p:cNvPr>
                <p:cNvSpPr>
                  <a:spLocks/>
                </p:cNvSpPr>
                <p:nvPr>
                  <p:custDataLst>
                    <p:tags r:id="rId125"/>
                  </p:custDataLst>
                </p:nvPr>
              </p:nvSpPr>
              <p:spPr bwMode="auto">
                <a:xfrm>
                  <a:off x="4176" y="1728"/>
                  <a:ext cx="302" cy="865"/>
                </a:xfrm>
                <a:custGeom>
                  <a:avLst/>
                  <a:gdLst>
                    <a:gd name="T0" fmla="*/ 566 w 800"/>
                    <a:gd name="T1" fmla="*/ 562 h 2291"/>
                    <a:gd name="T2" fmla="*/ 226 w 800"/>
                    <a:gd name="T3" fmla="*/ 49 h 2291"/>
                    <a:gd name="T4" fmla="*/ 49 w 800"/>
                    <a:gd name="T5" fmla="*/ 49 h 2291"/>
                    <a:gd name="T6" fmla="*/ 49 w 800"/>
                    <a:gd name="T7" fmla="*/ 225 h 2291"/>
                    <a:gd name="T8" fmla="*/ 430 w 800"/>
                    <a:gd name="T9" fmla="*/ 1145 h 2291"/>
                    <a:gd name="T10" fmla="*/ 49 w 800"/>
                    <a:gd name="T11" fmla="*/ 2065 h 2291"/>
                    <a:gd name="T12" fmla="*/ 49 w 800"/>
                    <a:gd name="T13" fmla="*/ 2242 h 2291"/>
                    <a:gd name="T14" fmla="*/ 226 w 800"/>
                    <a:gd name="T15" fmla="*/ 2242 h 2291"/>
                    <a:gd name="T16" fmla="*/ 566 w 800"/>
                    <a:gd name="T17" fmla="*/ 562 h 22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800" h="2291">
                      <a:moveTo>
                        <a:pt x="566" y="562"/>
                      </a:moveTo>
                      <a:cubicBezTo>
                        <a:pt x="489" y="370"/>
                        <a:pt x="373" y="195"/>
                        <a:pt x="226" y="49"/>
                      </a:cubicBezTo>
                      <a:cubicBezTo>
                        <a:pt x="177" y="0"/>
                        <a:pt x="98" y="0"/>
                        <a:pt x="49" y="49"/>
                      </a:cubicBezTo>
                      <a:cubicBezTo>
                        <a:pt x="0" y="97"/>
                        <a:pt x="0" y="177"/>
                        <a:pt x="49" y="225"/>
                      </a:cubicBezTo>
                      <a:cubicBezTo>
                        <a:pt x="295" y="471"/>
                        <a:pt x="430" y="798"/>
                        <a:pt x="430" y="1145"/>
                      </a:cubicBezTo>
                      <a:cubicBezTo>
                        <a:pt x="430" y="1493"/>
                        <a:pt x="295" y="1820"/>
                        <a:pt x="49" y="2065"/>
                      </a:cubicBezTo>
                      <a:cubicBezTo>
                        <a:pt x="0" y="2114"/>
                        <a:pt x="0" y="2193"/>
                        <a:pt x="49" y="2242"/>
                      </a:cubicBezTo>
                      <a:cubicBezTo>
                        <a:pt x="98" y="2291"/>
                        <a:pt x="177" y="2291"/>
                        <a:pt x="226" y="2242"/>
                      </a:cubicBezTo>
                      <a:cubicBezTo>
                        <a:pt x="666" y="1801"/>
                        <a:pt x="800" y="1140"/>
                        <a:pt x="566" y="562"/>
                      </a:cubicBezTo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headEnd/>
                  <a:tailEnd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endParaRPr>
                </a:p>
              </p:txBody>
            </p:sp>
          </p:grpSp>
          <p:sp>
            <p:nvSpPr>
              <p:cNvPr id="176" name="PA-任意多边形: 形状 1614">
                <a:extLst>
                  <a:ext uri="{FF2B5EF4-FFF2-40B4-BE49-F238E27FC236}">
                    <a16:creationId xmlns:a16="http://schemas.microsoft.com/office/drawing/2014/main" id="{1DD7DDB4-D928-4371-955B-A190880C19C1}"/>
                  </a:ext>
                </a:extLst>
              </p:cNvPr>
              <p:cNvSpPr/>
              <p:nvPr>
                <p:custDataLst>
                  <p:tags r:id="rId120"/>
                </p:custDataLst>
              </p:nvPr>
            </p:nvSpPr>
            <p:spPr>
              <a:xfrm>
                <a:off x="9806102" y="2890277"/>
                <a:ext cx="1466354" cy="1528857"/>
              </a:xfrm>
              <a:custGeom>
                <a:avLst/>
                <a:gdLst>
                  <a:gd name="connsiteX0" fmla="*/ 556634 w 581484"/>
                  <a:gd name="connsiteY0" fmla="*/ 963551 h 1083094"/>
                  <a:gd name="connsiteX1" fmla="*/ 521131 w 581484"/>
                  <a:gd name="connsiteY1" fmla="*/ 963551 h 1083094"/>
                  <a:gd name="connsiteX2" fmla="*/ 386588 w 581484"/>
                  <a:gd name="connsiteY2" fmla="*/ 31784 h 1083094"/>
                  <a:gd name="connsiteX3" fmla="*/ 352657 w 581484"/>
                  <a:gd name="connsiteY3" fmla="*/ 2396 h 1083094"/>
                  <a:gd name="connsiteX4" fmla="*/ 229229 w 581484"/>
                  <a:gd name="connsiteY4" fmla="*/ 2396 h 1083094"/>
                  <a:gd name="connsiteX5" fmla="*/ 195299 w 581484"/>
                  <a:gd name="connsiteY5" fmla="*/ 31784 h 1083094"/>
                  <a:gd name="connsiteX6" fmla="*/ 60752 w 581484"/>
                  <a:gd name="connsiteY6" fmla="*/ 963551 h 1083094"/>
                  <a:gd name="connsiteX7" fmla="*/ 25250 w 581484"/>
                  <a:gd name="connsiteY7" fmla="*/ 963551 h 1083094"/>
                  <a:gd name="connsiteX8" fmla="*/ 2396 w 581484"/>
                  <a:gd name="connsiteY8" fmla="*/ 986408 h 1083094"/>
                  <a:gd name="connsiteX9" fmla="*/ 2396 w 581484"/>
                  <a:gd name="connsiteY9" fmla="*/ 1058484 h 1083094"/>
                  <a:gd name="connsiteX10" fmla="*/ 25250 w 581484"/>
                  <a:gd name="connsiteY10" fmla="*/ 1081340 h 1083094"/>
                  <a:gd name="connsiteX11" fmla="*/ 556637 w 581484"/>
                  <a:gd name="connsiteY11" fmla="*/ 1081340 h 1083094"/>
                  <a:gd name="connsiteX12" fmla="*/ 579491 w 581484"/>
                  <a:gd name="connsiteY12" fmla="*/ 1058484 h 1083094"/>
                  <a:gd name="connsiteX13" fmla="*/ 579491 w 581484"/>
                  <a:gd name="connsiteY13" fmla="*/ 986408 h 1083094"/>
                  <a:gd name="connsiteX14" fmla="*/ 556634 w 581484"/>
                  <a:gd name="connsiteY14" fmla="*/ 963551 h 1083094"/>
                  <a:gd name="connsiteX15" fmla="*/ 383719 w 581484"/>
                  <a:gd name="connsiteY15" fmla="*/ 491715 h 1083094"/>
                  <a:gd name="connsiteX16" fmla="*/ 417288 w 581484"/>
                  <a:gd name="connsiteY16" fmla="*/ 724210 h 1083094"/>
                  <a:gd name="connsiteX17" fmla="*/ 236412 w 581484"/>
                  <a:gd name="connsiteY17" fmla="*/ 585373 h 1083094"/>
                  <a:gd name="connsiteX18" fmla="*/ 383719 w 581484"/>
                  <a:gd name="connsiteY18" fmla="*/ 491715 h 1083094"/>
                  <a:gd name="connsiteX19" fmla="*/ 368367 w 581484"/>
                  <a:gd name="connsiteY19" fmla="*/ 385358 h 1083094"/>
                  <a:gd name="connsiteX20" fmla="*/ 258483 w 581484"/>
                  <a:gd name="connsiteY20" fmla="*/ 303391 h 1083094"/>
                  <a:gd name="connsiteX21" fmla="*/ 345865 w 581484"/>
                  <a:gd name="connsiteY21" fmla="*/ 229539 h 1083094"/>
                  <a:gd name="connsiteX22" fmla="*/ 368367 w 581484"/>
                  <a:gd name="connsiteY22" fmla="*/ 385358 h 1083094"/>
                  <a:gd name="connsiteX23" fmla="*/ 258920 w 581484"/>
                  <a:gd name="connsiteY23" fmla="*/ 70967 h 1083094"/>
                  <a:gd name="connsiteX24" fmla="*/ 322967 w 581484"/>
                  <a:gd name="connsiteY24" fmla="*/ 70967 h 1083094"/>
                  <a:gd name="connsiteX25" fmla="*/ 334315 w 581484"/>
                  <a:gd name="connsiteY25" fmla="*/ 149525 h 1083094"/>
                  <a:gd name="connsiteX26" fmla="*/ 235520 w 581484"/>
                  <a:gd name="connsiteY26" fmla="*/ 233022 h 1083094"/>
                  <a:gd name="connsiteX27" fmla="*/ 258920 w 581484"/>
                  <a:gd name="connsiteY27" fmla="*/ 70967 h 1083094"/>
                  <a:gd name="connsiteX28" fmla="*/ 217427 w 581484"/>
                  <a:gd name="connsiteY28" fmla="*/ 358309 h 1083094"/>
                  <a:gd name="connsiteX29" fmla="*/ 331679 w 581484"/>
                  <a:gd name="connsiteY29" fmla="*/ 443545 h 1083094"/>
                  <a:gd name="connsiteX30" fmla="*/ 192324 w 581484"/>
                  <a:gd name="connsiteY30" fmla="*/ 532141 h 1083094"/>
                  <a:gd name="connsiteX31" fmla="*/ 217427 w 581484"/>
                  <a:gd name="connsiteY31" fmla="*/ 358309 h 1083094"/>
                  <a:gd name="connsiteX32" fmla="*/ 178570 w 581484"/>
                  <a:gd name="connsiteY32" fmla="*/ 627406 h 1083094"/>
                  <a:gd name="connsiteX33" fmla="*/ 366115 w 581484"/>
                  <a:gd name="connsiteY33" fmla="*/ 771361 h 1083094"/>
                  <a:gd name="connsiteX34" fmla="*/ 133438 w 581484"/>
                  <a:gd name="connsiteY34" fmla="*/ 939953 h 1083094"/>
                  <a:gd name="connsiteX35" fmla="*/ 178570 w 581484"/>
                  <a:gd name="connsiteY35" fmla="*/ 627406 h 1083094"/>
                  <a:gd name="connsiteX36" fmla="*/ 233498 w 581484"/>
                  <a:gd name="connsiteY36" fmla="*/ 952123 h 1083094"/>
                  <a:gd name="connsiteX37" fmla="*/ 429675 w 581484"/>
                  <a:gd name="connsiteY37" fmla="*/ 809979 h 1083094"/>
                  <a:gd name="connsiteX38" fmla="*/ 450206 w 581484"/>
                  <a:gd name="connsiteY38" fmla="*/ 952123 h 1083094"/>
                  <a:gd name="connsiteX39" fmla="*/ 233498 w 581484"/>
                  <a:gd name="connsiteY39" fmla="*/ 952123 h 1083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81484" h="1083094">
                    <a:moveTo>
                      <a:pt x="556634" y="963551"/>
                    </a:moveTo>
                    <a:lnTo>
                      <a:pt x="521131" y="963551"/>
                    </a:lnTo>
                    <a:lnTo>
                      <a:pt x="386588" y="31784"/>
                    </a:lnTo>
                    <a:cubicBezTo>
                      <a:pt x="384150" y="14914"/>
                      <a:pt x="369699" y="2396"/>
                      <a:pt x="352657" y="2396"/>
                    </a:cubicBezTo>
                    <a:lnTo>
                      <a:pt x="229229" y="2396"/>
                    </a:lnTo>
                    <a:cubicBezTo>
                      <a:pt x="212187" y="2396"/>
                      <a:pt x="197733" y="14914"/>
                      <a:pt x="195299" y="31784"/>
                    </a:cubicBezTo>
                    <a:lnTo>
                      <a:pt x="60752" y="963551"/>
                    </a:lnTo>
                    <a:lnTo>
                      <a:pt x="25250" y="963551"/>
                    </a:lnTo>
                    <a:cubicBezTo>
                      <a:pt x="12630" y="963551"/>
                      <a:pt x="2396" y="973785"/>
                      <a:pt x="2396" y="986408"/>
                    </a:cubicBezTo>
                    <a:lnTo>
                      <a:pt x="2396" y="1058484"/>
                    </a:lnTo>
                    <a:cubicBezTo>
                      <a:pt x="2396" y="1071107"/>
                      <a:pt x="12630" y="1081340"/>
                      <a:pt x="25250" y="1081340"/>
                    </a:cubicBezTo>
                    <a:lnTo>
                      <a:pt x="556637" y="1081340"/>
                    </a:lnTo>
                    <a:cubicBezTo>
                      <a:pt x="569257" y="1081340"/>
                      <a:pt x="579491" y="1071107"/>
                      <a:pt x="579491" y="1058484"/>
                    </a:cubicBezTo>
                    <a:lnTo>
                      <a:pt x="579491" y="986408"/>
                    </a:lnTo>
                    <a:cubicBezTo>
                      <a:pt x="579494" y="973785"/>
                      <a:pt x="569257" y="963551"/>
                      <a:pt x="556634" y="963551"/>
                    </a:cubicBezTo>
                    <a:close/>
                    <a:moveTo>
                      <a:pt x="383719" y="491715"/>
                    </a:moveTo>
                    <a:lnTo>
                      <a:pt x="417288" y="724210"/>
                    </a:lnTo>
                    <a:lnTo>
                      <a:pt x="236412" y="585373"/>
                    </a:lnTo>
                    <a:lnTo>
                      <a:pt x="383719" y="491715"/>
                    </a:lnTo>
                    <a:close/>
                    <a:moveTo>
                      <a:pt x="368367" y="385358"/>
                    </a:moveTo>
                    <a:lnTo>
                      <a:pt x="258483" y="303391"/>
                    </a:lnTo>
                    <a:lnTo>
                      <a:pt x="345865" y="229539"/>
                    </a:lnTo>
                    <a:lnTo>
                      <a:pt x="368367" y="385358"/>
                    </a:lnTo>
                    <a:close/>
                    <a:moveTo>
                      <a:pt x="258920" y="70967"/>
                    </a:moveTo>
                    <a:lnTo>
                      <a:pt x="322967" y="70967"/>
                    </a:lnTo>
                    <a:lnTo>
                      <a:pt x="334315" y="149525"/>
                    </a:lnTo>
                    <a:lnTo>
                      <a:pt x="235520" y="233022"/>
                    </a:lnTo>
                    <a:lnTo>
                      <a:pt x="258920" y="70967"/>
                    </a:lnTo>
                    <a:close/>
                    <a:moveTo>
                      <a:pt x="217427" y="358309"/>
                    </a:moveTo>
                    <a:lnTo>
                      <a:pt x="331679" y="443545"/>
                    </a:lnTo>
                    <a:lnTo>
                      <a:pt x="192324" y="532141"/>
                    </a:lnTo>
                    <a:lnTo>
                      <a:pt x="217427" y="358309"/>
                    </a:lnTo>
                    <a:close/>
                    <a:moveTo>
                      <a:pt x="178570" y="627406"/>
                    </a:moveTo>
                    <a:lnTo>
                      <a:pt x="366115" y="771361"/>
                    </a:lnTo>
                    <a:lnTo>
                      <a:pt x="133438" y="939953"/>
                    </a:lnTo>
                    <a:lnTo>
                      <a:pt x="178570" y="627406"/>
                    </a:lnTo>
                    <a:close/>
                    <a:moveTo>
                      <a:pt x="233498" y="952123"/>
                    </a:moveTo>
                    <a:lnTo>
                      <a:pt x="429675" y="809979"/>
                    </a:lnTo>
                    <a:lnTo>
                      <a:pt x="450206" y="952123"/>
                    </a:lnTo>
                    <a:lnTo>
                      <a:pt x="233498" y="952123"/>
                    </a:lnTo>
                    <a:close/>
                  </a:path>
                </a:pathLst>
              </a:custGeom>
              <a:ln/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85" name="文本框 184">
              <a:extLst>
                <a:ext uri="{FF2B5EF4-FFF2-40B4-BE49-F238E27FC236}">
                  <a16:creationId xmlns:a16="http://schemas.microsoft.com/office/drawing/2014/main" id="{B2A81AA7-A9E0-4747-B921-18C1B06E5A6C}"/>
                </a:ext>
              </a:extLst>
            </p:cNvPr>
            <p:cNvSpPr txBox="1"/>
            <p:nvPr/>
          </p:nvSpPr>
          <p:spPr>
            <a:xfrm>
              <a:off x="5042757" y="4172126"/>
              <a:ext cx="22790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cs typeface="+mn-lt"/>
                </a:rPr>
                <a:t>BS  with  MEC sever</a:t>
              </a:r>
              <a:endParaRPr lang="en-US" altLang="zh-CN" sz="2000" b="1" dirty="0">
                <a:cs typeface="Times New Roman" panose="02020603050405020304" pitchFamily="18" charset="0"/>
              </a:endParaRPr>
            </a:p>
          </p:txBody>
        </p:sp>
        <p:grpSp>
          <p:nvGrpSpPr>
            <p:cNvPr id="186" name="PA-自动驾驶-285119">
              <a:extLst>
                <a:ext uri="{FF2B5EF4-FFF2-40B4-BE49-F238E27FC236}">
                  <a16:creationId xmlns:a16="http://schemas.microsoft.com/office/drawing/2014/main" id="{D7DBD4DE-AE17-4309-AC16-F1DF8C2D9944}"/>
                </a:ext>
              </a:extLst>
            </p:cNvPr>
            <p:cNvGrpSpPr>
              <a:grpSpLocks noChangeAspect="1"/>
            </p:cNvGrpSpPr>
            <p:nvPr>
              <p:custDataLst>
                <p:tags r:id="rId6"/>
              </p:custDataLst>
            </p:nvPr>
          </p:nvGrpSpPr>
          <p:grpSpPr bwMode="auto">
            <a:xfrm>
              <a:off x="1758562" y="465590"/>
              <a:ext cx="964014" cy="622967"/>
              <a:chOff x="3274" y="1797"/>
              <a:chExt cx="1125" cy="727"/>
            </a:xfrm>
          </p:grpSpPr>
          <p:sp>
            <p:nvSpPr>
              <p:cNvPr id="187" name="PA-任意多边形 524">
                <a:extLst>
                  <a:ext uri="{FF2B5EF4-FFF2-40B4-BE49-F238E27FC236}">
                    <a16:creationId xmlns:a16="http://schemas.microsoft.com/office/drawing/2014/main" id="{094677B8-EC81-46A4-894A-500107C7095B}"/>
                  </a:ext>
                </a:extLst>
              </p:cNvPr>
              <p:cNvSpPr>
                <a:spLocks/>
              </p:cNvSpPr>
              <p:nvPr>
                <p:custDataLst>
                  <p:tags r:id="rId100"/>
                </p:custDataLst>
              </p:nvPr>
            </p:nvSpPr>
            <p:spPr bwMode="auto">
              <a:xfrm>
                <a:off x="3286" y="1875"/>
                <a:ext cx="1098" cy="469"/>
              </a:xfrm>
              <a:custGeom>
                <a:avLst/>
                <a:gdLst>
                  <a:gd name="T0" fmla="*/ 2592 w 2908"/>
                  <a:gd name="T1" fmla="*/ 22 h 1244"/>
                  <a:gd name="T2" fmla="*/ 2908 w 2908"/>
                  <a:gd name="T3" fmla="*/ 692 h 1244"/>
                  <a:gd name="T4" fmla="*/ 2908 w 2908"/>
                  <a:gd name="T5" fmla="*/ 936 h 1244"/>
                  <a:gd name="T6" fmla="*/ 2664 w 2908"/>
                  <a:gd name="T7" fmla="*/ 1234 h 1244"/>
                  <a:gd name="T8" fmla="*/ 206 w 2908"/>
                  <a:gd name="T9" fmla="*/ 1234 h 1244"/>
                  <a:gd name="T10" fmla="*/ 8 w 2908"/>
                  <a:gd name="T11" fmla="*/ 1176 h 1244"/>
                  <a:gd name="T12" fmla="*/ 8 w 2908"/>
                  <a:gd name="T13" fmla="*/ 770 h 1244"/>
                  <a:gd name="T14" fmla="*/ 128 w 2908"/>
                  <a:gd name="T15" fmla="*/ 606 h 1244"/>
                  <a:gd name="T16" fmla="*/ 760 w 2908"/>
                  <a:gd name="T17" fmla="*/ 452 h 1244"/>
                  <a:gd name="T18" fmla="*/ 1242 w 2908"/>
                  <a:gd name="T19" fmla="*/ 0 h 1244"/>
                  <a:gd name="T20" fmla="*/ 2592 w 2908"/>
                  <a:gd name="T21" fmla="*/ 22 h 1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08" h="1244">
                    <a:moveTo>
                      <a:pt x="2592" y="22"/>
                    </a:moveTo>
                    <a:lnTo>
                      <a:pt x="2908" y="692"/>
                    </a:lnTo>
                    <a:lnTo>
                      <a:pt x="2908" y="936"/>
                    </a:lnTo>
                    <a:cubicBezTo>
                      <a:pt x="2908" y="936"/>
                      <a:pt x="2882" y="1174"/>
                      <a:pt x="2664" y="1234"/>
                    </a:cubicBezTo>
                    <a:lnTo>
                      <a:pt x="206" y="1234"/>
                    </a:lnTo>
                    <a:cubicBezTo>
                      <a:pt x="206" y="1234"/>
                      <a:pt x="48" y="1244"/>
                      <a:pt x="8" y="1176"/>
                    </a:cubicBezTo>
                    <a:lnTo>
                      <a:pt x="8" y="770"/>
                    </a:lnTo>
                    <a:cubicBezTo>
                      <a:pt x="8" y="770"/>
                      <a:pt x="0" y="662"/>
                      <a:pt x="128" y="606"/>
                    </a:cubicBezTo>
                    <a:lnTo>
                      <a:pt x="760" y="452"/>
                    </a:lnTo>
                    <a:cubicBezTo>
                      <a:pt x="760" y="452"/>
                      <a:pt x="1146" y="26"/>
                      <a:pt x="1242" y="0"/>
                    </a:cubicBezTo>
                    <a:lnTo>
                      <a:pt x="2592" y="22"/>
                    </a:lnTo>
                    <a:close/>
                  </a:path>
                </a:pathLst>
              </a:custGeom>
              <a:solidFill>
                <a:srgbClr val="F8F8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8" name="PA-任意多边形 525">
                <a:extLst>
                  <a:ext uri="{FF2B5EF4-FFF2-40B4-BE49-F238E27FC236}">
                    <a16:creationId xmlns:a16="http://schemas.microsoft.com/office/drawing/2014/main" id="{6BBC5E51-2903-4949-AC35-2B57DA63D957}"/>
                  </a:ext>
                </a:extLst>
              </p:cNvPr>
              <p:cNvSpPr>
                <a:spLocks noEditPoints="1"/>
              </p:cNvSpPr>
              <p:nvPr>
                <p:custDataLst>
                  <p:tags r:id="rId101"/>
                </p:custDataLst>
              </p:nvPr>
            </p:nvSpPr>
            <p:spPr bwMode="auto">
              <a:xfrm>
                <a:off x="3274" y="1860"/>
                <a:ext cx="1125" cy="497"/>
              </a:xfrm>
              <a:custGeom>
                <a:avLst/>
                <a:gdLst>
                  <a:gd name="T0" fmla="*/ 212 w 2980"/>
                  <a:gd name="T1" fmla="*/ 1314 h 1316"/>
                  <a:gd name="T2" fmla="*/ 6 w 2980"/>
                  <a:gd name="T3" fmla="*/ 1234 h 1316"/>
                  <a:gd name="T4" fmla="*/ 0 w 2980"/>
                  <a:gd name="T5" fmla="*/ 1214 h 1316"/>
                  <a:gd name="T6" fmla="*/ 0 w 2980"/>
                  <a:gd name="T7" fmla="*/ 808 h 1316"/>
                  <a:gd name="T8" fmla="*/ 144 w 2980"/>
                  <a:gd name="T9" fmla="*/ 608 h 1316"/>
                  <a:gd name="T10" fmla="*/ 150 w 2980"/>
                  <a:gd name="T11" fmla="*/ 606 h 1316"/>
                  <a:gd name="T12" fmla="*/ 770 w 2980"/>
                  <a:gd name="T13" fmla="*/ 456 h 1316"/>
                  <a:gd name="T14" fmla="*/ 1262 w 2980"/>
                  <a:gd name="T15" fmla="*/ 2 h 1316"/>
                  <a:gd name="T16" fmla="*/ 1274 w 2980"/>
                  <a:gd name="T17" fmla="*/ 0 h 1316"/>
                  <a:gd name="T18" fmla="*/ 2624 w 2980"/>
                  <a:gd name="T19" fmla="*/ 20 h 1316"/>
                  <a:gd name="T20" fmla="*/ 2660 w 2980"/>
                  <a:gd name="T21" fmla="*/ 42 h 1316"/>
                  <a:gd name="T22" fmla="*/ 2976 w 2980"/>
                  <a:gd name="T23" fmla="*/ 714 h 1316"/>
                  <a:gd name="T24" fmla="*/ 2980 w 2980"/>
                  <a:gd name="T25" fmla="*/ 732 h 1316"/>
                  <a:gd name="T26" fmla="*/ 2980 w 2980"/>
                  <a:gd name="T27" fmla="*/ 980 h 1316"/>
                  <a:gd name="T28" fmla="*/ 2706 w 2980"/>
                  <a:gd name="T29" fmla="*/ 1314 h 1316"/>
                  <a:gd name="T30" fmla="*/ 2696 w 2980"/>
                  <a:gd name="T31" fmla="*/ 1316 h 1316"/>
                  <a:gd name="T32" fmla="*/ 238 w 2980"/>
                  <a:gd name="T33" fmla="*/ 1316 h 1316"/>
                  <a:gd name="T34" fmla="*/ 212 w 2980"/>
                  <a:gd name="T35" fmla="*/ 1314 h 1316"/>
                  <a:gd name="T36" fmla="*/ 80 w 2980"/>
                  <a:gd name="T37" fmla="*/ 1202 h 1316"/>
                  <a:gd name="T38" fmla="*/ 236 w 2980"/>
                  <a:gd name="T39" fmla="*/ 1234 h 1316"/>
                  <a:gd name="T40" fmla="*/ 2690 w 2980"/>
                  <a:gd name="T41" fmla="*/ 1234 h 1316"/>
                  <a:gd name="T42" fmla="*/ 2900 w 2980"/>
                  <a:gd name="T43" fmla="*/ 972 h 1316"/>
                  <a:gd name="T44" fmla="*/ 2900 w 2980"/>
                  <a:gd name="T45" fmla="*/ 740 h 1316"/>
                  <a:gd name="T46" fmla="*/ 2600 w 2980"/>
                  <a:gd name="T47" fmla="*/ 100 h 1316"/>
                  <a:gd name="T48" fmla="*/ 1282 w 2980"/>
                  <a:gd name="T49" fmla="*/ 80 h 1316"/>
                  <a:gd name="T50" fmla="*/ 824 w 2980"/>
                  <a:gd name="T51" fmla="*/ 518 h 1316"/>
                  <a:gd name="T52" fmla="*/ 804 w 2980"/>
                  <a:gd name="T53" fmla="*/ 530 h 1316"/>
                  <a:gd name="T54" fmla="*/ 174 w 2980"/>
                  <a:gd name="T55" fmla="*/ 684 h 1316"/>
                  <a:gd name="T56" fmla="*/ 80 w 2980"/>
                  <a:gd name="T57" fmla="*/ 806 h 1316"/>
                  <a:gd name="T58" fmla="*/ 80 w 2980"/>
                  <a:gd name="T59" fmla="*/ 1202 h 1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980" h="1316">
                    <a:moveTo>
                      <a:pt x="212" y="1314"/>
                    </a:moveTo>
                    <a:cubicBezTo>
                      <a:pt x="156" y="1314"/>
                      <a:pt x="46" y="1304"/>
                      <a:pt x="6" y="1234"/>
                    </a:cubicBezTo>
                    <a:cubicBezTo>
                      <a:pt x="2" y="1228"/>
                      <a:pt x="0" y="1220"/>
                      <a:pt x="0" y="1214"/>
                    </a:cubicBezTo>
                    <a:lnTo>
                      <a:pt x="0" y="808"/>
                    </a:lnTo>
                    <a:cubicBezTo>
                      <a:pt x="0" y="790"/>
                      <a:pt x="0" y="670"/>
                      <a:pt x="144" y="608"/>
                    </a:cubicBezTo>
                    <a:cubicBezTo>
                      <a:pt x="146" y="608"/>
                      <a:pt x="148" y="606"/>
                      <a:pt x="150" y="606"/>
                    </a:cubicBezTo>
                    <a:lnTo>
                      <a:pt x="770" y="456"/>
                    </a:lnTo>
                    <a:cubicBezTo>
                      <a:pt x="852" y="366"/>
                      <a:pt x="1166" y="28"/>
                      <a:pt x="1262" y="2"/>
                    </a:cubicBezTo>
                    <a:cubicBezTo>
                      <a:pt x="1266" y="2"/>
                      <a:pt x="1270" y="0"/>
                      <a:pt x="1274" y="0"/>
                    </a:cubicBezTo>
                    <a:lnTo>
                      <a:pt x="2624" y="20"/>
                    </a:lnTo>
                    <a:cubicBezTo>
                      <a:pt x="2640" y="20"/>
                      <a:pt x="2654" y="30"/>
                      <a:pt x="2660" y="42"/>
                    </a:cubicBezTo>
                    <a:lnTo>
                      <a:pt x="2976" y="714"/>
                    </a:lnTo>
                    <a:cubicBezTo>
                      <a:pt x="2978" y="720"/>
                      <a:pt x="2980" y="726"/>
                      <a:pt x="2980" y="732"/>
                    </a:cubicBezTo>
                    <a:lnTo>
                      <a:pt x="2980" y="980"/>
                    </a:lnTo>
                    <a:cubicBezTo>
                      <a:pt x="2978" y="990"/>
                      <a:pt x="2948" y="1246"/>
                      <a:pt x="2706" y="1314"/>
                    </a:cubicBezTo>
                    <a:cubicBezTo>
                      <a:pt x="2702" y="1314"/>
                      <a:pt x="2698" y="1316"/>
                      <a:pt x="2696" y="1316"/>
                    </a:cubicBezTo>
                    <a:lnTo>
                      <a:pt x="238" y="1316"/>
                    </a:lnTo>
                    <a:cubicBezTo>
                      <a:pt x="234" y="1314"/>
                      <a:pt x="224" y="1314"/>
                      <a:pt x="212" y="1314"/>
                    </a:cubicBezTo>
                    <a:close/>
                    <a:moveTo>
                      <a:pt x="80" y="1202"/>
                    </a:moveTo>
                    <a:cubicBezTo>
                      <a:pt x="106" y="1228"/>
                      <a:pt x="186" y="1238"/>
                      <a:pt x="236" y="1234"/>
                    </a:cubicBezTo>
                    <a:lnTo>
                      <a:pt x="2690" y="1234"/>
                    </a:lnTo>
                    <a:cubicBezTo>
                      <a:pt x="2866" y="1182"/>
                      <a:pt x="2898" y="994"/>
                      <a:pt x="2900" y="972"/>
                    </a:cubicBezTo>
                    <a:lnTo>
                      <a:pt x="2900" y="740"/>
                    </a:lnTo>
                    <a:lnTo>
                      <a:pt x="2600" y="100"/>
                    </a:lnTo>
                    <a:lnTo>
                      <a:pt x="1282" y="80"/>
                    </a:lnTo>
                    <a:cubicBezTo>
                      <a:pt x="1222" y="104"/>
                      <a:pt x="1006" y="318"/>
                      <a:pt x="824" y="518"/>
                    </a:cubicBezTo>
                    <a:cubicBezTo>
                      <a:pt x="818" y="524"/>
                      <a:pt x="812" y="528"/>
                      <a:pt x="804" y="530"/>
                    </a:cubicBezTo>
                    <a:lnTo>
                      <a:pt x="174" y="684"/>
                    </a:lnTo>
                    <a:cubicBezTo>
                      <a:pt x="78" y="728"/>
                      <a:pt x="80" y="804"/>
                      <a:pt x="80" y="806"/>
                    </a:cubicBezTo>
                    <a:lnTo>
                      <a:pt x="80" y="1202"/>
                    </a:lnTo>
                    <a:close/>
                  </a:path>
                </a:pathLst>
              </a:custGeom>
              <a:solidFill>
                <a:srgbClr val="708DB7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9" name="PA-椭圆 526">
                <a:extLst>
                  <a:ext uri="{FF2B5EF4-FFF2-40B4-BE49-F238E27FC236}">
                    <a16:creationId xmlns:a16="http://schemas.microsoft.com/office/drawing/2014/main" id="{4F1573DC-9333-459F-9B52-85F67B64FCA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02"/>
                </p:custDataLst>
              </p:nvPr>
            </p:nvSpPr>
            <p:spPr bwMode="auto">
              <a:xfrm>
                <a:off x="3980" y="2168"/>
                <a:ext cx="331" cy="331"/>
              </a:xfrm>
              <a:prstGeom prst="ellipse">
                <a:avLst/>
              </a:prstGeom>
              <a:solidFill>
                <a:srgbClr val="CBD6E2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0" name="PA-任意多边形 527">
                <a:extLst>
                  <a:ext uri="{FF2B5EF4-FFF2-40B4-BE49-F238E27FC236}">
                    <a16:creationId xmlns:a16="http://schemas.microsoft.com/office/drawing/2014/main" id="{5BB20CC6-AD38-4511-8025-97CCC1394E2F}"/>
                  </a:ext>
                </a:extLst>
              </p:cNvPr>
              <p:cNvSpPr>
                <a:spLocks noEditPoint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3965" y="2153"/>
                <a:ext cx="361" cy="361"/>
              </a:xfrm>
              <a:custGeom>
                <a:avLst/>
                <a:gdLst>
                  <a:gd name="T0" fmla="*/ 478 w 956"/>
                  <a:gd name="T1" fmla="*/ 956 h 956"/>
                  <a:gd name="T2" fmla="*/ 0 w 956"/>
                  <a:gd name="T3" fmla="*/ 478 h 956"/>
                  <a:gd name="T4" fmla="*/ 478 w 956"/>
                  <a:gd name="T5" fmla="*/ 0 h 956"/>
                  <a:gd name="T6" fmla="*/ 956 w 956"/>
                  <a:gd name="T7" fmla="*/ 478 h 956"/>
                  <a:gd name="T8" fmla="*/ 478 w 956"/>
                  <a:gd name="T9" fmla="*/ 956 h 956"/>
                  <a:gd name="T10" fmla="*/ 478 w 956"/>
                  <a:gd name="T11" fmla="*/ 80 h 956"/>
                  <a:gd name="T12" fmla="*/ 80 w 956"/>
                  <a:gd name="T13" fmla="*/ 478 h 956"/>
                  <a:gd name="T14" fmla="*/ 478 w 956"/>
                  <a:gd name="T15" fmla="*/ 876 h 956"/>
                  <a:gd name="T16" fmla="*/ 876 w 956"/>
                  <a:gd name="T17" fmla="*/ 478 h 956"/>
                  <a:gd name="T18" fmla="*/ 478 w 956"/>
                  <a:gd name="T19" fmla="*/ 80 h 9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6" h="956">
                    <a:moveTo>
                      <a:pt x="478" y="956"/>
                    </a:moveTo>
                    <a:cubicBezTo>
                      <a:pt x="214" y="956"/>
                      <a:pt x="0" y="742"/>
                      <a:pt x="0" y="478"/>
                    </a:cubicBezTo>
                    <a:cubicBezTo>
                      <a:pt x="0" y="214"/>
                      <a:pt x="214" y="0"/>
                      <a:pt x="478" y="0"/>
                    </a:cubicBezTo>
                    <a:cubicBezTo>
                      <a:pt x="742" y="0"/>
                      <a:pt x="956" y="214"/>
                      <a:pt x="956" y="478"/>
                    </a:cubicBezTo>
                    <a:cubicBezTo>
                      <a:pt x="956" y="742"/>
                      <a:pt x="740" y="956"/>
                      <a:pt x="478" y="956"/>
                    </a:cubicBezTo>
                    <a:close/>
                    <a:moveTo>
                      <a:pt x="478" y="80"/>
                    </a:moveTo>
                    <a:cubicBezTo>
                      <a:pt x="258" y="80"/>
                      <a:pt x="80" y="258"/>
                      <a:pt x="80" y="478"/>
                    </a:cubicBezTo>
                    <a:cubicBezTo>
                      <a:pt x="80" y="698"/>
                      <a:pt x="258" y="876"/>
                      <a:pt x="478" y="876"/>
                    </a:cubicBezTo>
                    <a:cubicBezTo>
                      <a:pt x="698" y="876"/>
                      <a:pt x="876" y="698"/>
                      <a:pt x="876" y="478"/>
                    </a:cubicBezTo>
                    <a:cubicBezTo>
                      <a:pt x="876" y="258"/>
                      <a:pt x="696" y="80"/>
                      <a:pt x="478" y="80"/>
                    </a:cubicBezTo>
                    <a:close/>
                  </a:path>
                </a:pathLst>
              </a:custGeom>
              <a:solidFill>
                <a:srgbClr val="708DB7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1" name="PA-椭圆 528">
                <a:extLst>
                  <a:ext uri="{FF2B5EF4-FFF2-40B4-BE49-F238E27FC236}">
                    <a16:creationId xmlns:a16="http://schemas.microsoft.com/office/drawing/2014/main" id="{F8F6E236-DC96-4DDB-9A2A-0324632A62D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04"/>
                </p:custDataLst>
              </p:nvPr>
            </p:nvSpPr>
            <p:spPr bwMode="auto">
              <a:xfrm>
                <a:off x="4079" y="2267"/>
                <a:ext cx="133" cy="133"/>
              </a:xfrm>
              <a:prstGeom prst="ellipse">
                <a:avLst/>
              </a:prstGeom>
              <a:solidFill>
                <a:srgbClr val="DFECF7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2" name="PA-任意多边形 529">
                <a:extLst>
                  <a:ext uri="{FF2B5EF4-FFF2-40B4-BE49-F238E27FC236}">
                    <a16:creationId xmlns:a16="http://schemas.microsoft.com/office/drawing/2014/main" id="{48C5E5F2-6E49-442E-B93F-8C837EA1927E}"/>
                  </a:ext>
                </a:extLst>
              </p:cNvPr>
              <p:cNvSpPr>
                <a:spLocks noEditPoints="1"/>
              </p:cNvSpPr>
              <p:nvPr>
                <p:custDataLst>
                  <p:tags r:id="rId105"/>
                </p:custDataLst>
              </p:nvPr>
            </p:nvSpPr>
            <p:spPr bwMode="auto">
              <a:xfrm>
                <a:off x="4064" y="2252"/>
                <a:ext cx="163" cy="163"/>
              </a:xfrm>
              <a:custGeom>
                <a:avLst/>
                <a:gdLst>
                  <a:gd name="T0" fmla="*/ 216 w 432"/>
                  <a:gd name="T1" fmla="*/ 432 h 432"/>
                  <a:gd name="T2" fmla="*/ 0 w 432"/>
                  <a:gd name="T3" fmla="*/ 216 h 432"/>
                  <a:gd name="T4" fmla="*/ 216 w 432"/>
                  <a:gd name="T5" fmla="*/ 0 h 432"/>
                  <a:gd name="T6" fmla="*/ 432 w 432"/>
                  <a:gd name="T7" fmla="*/ 216 h 432"/>
                  <a:gd name="T8" fmla="*/ 216 w 432"/>
                  <a:gd name="T9" fmla="*/ 432 h 432"/>
                  <a:gd name="T10" fmla="*/ 216 w 432"/>
                  <a:gd name="T11" fmla="*/ 80 h 432"/>
                  <a:gd name="T12" fmla="*/ 80 w 432"/>
                  <a:gd name="T13" fmla="*/ 216 h 432"/>
                  <a:gd name="T14" fmla="*/ 216 w 432"/>
                  <a:gd name="T15" fmla="*/ 352 h 432"/>
                  <a:gd name="T16" fmla="*/ 352 w 432"/>
                  <a:gd name="T17" fmla="*/ 216 h 432"/>
                  <a:gd name="T18" fmla="*/ 216 w 432"/>
                  <a:gd name="T19" fmla="*/ 80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2" h="432">
                    <a:moveTo>
                      <a:pt x="216" y="432"/>
                    </a:moveTo>
                    <a:cubicBezTo>
                      <a:pt x="96" y="432"/>
                      <a:pt x="0" y="336"/>
                      <a:pt x="0" y="216"/>
                    </a:cubicBezTo>
                    <a:cubicBezTo>
                      <a:pt x="0" y="96"/>
                      <a:pt x="96" y="0"/>
                      <a:pt x="216" y="0"/>
                    </a:cubicBezTo>
                    <a:cubicBezTo>
                      <a:pt x="336" y="0"/>
                      <a:pt x="432" y="96"/>
                      <a:pt x="432" y="216"/>
                    </a:cubicBezTo>
                    <a:cubicBezTo>
                      <a:pt x="432" y="336"/>
                      <a:pt x="334" y="432"/>
                      <a:pt x="216" y="432"/>
                    </a:cubicBezTo>
                    <a:close/>
                    <a:moveTo>
                      <a:pt x="216" y="80"/>
                    </a:moveTo>
                    <a:cubicBezTo>
                      <a:pt x="142" y="80"/>
                      <a:pt x="80" y="140"/>
                      <a:pt x="80" y="216"/>
                    </a:cubicBezTo>
                    <a:cubicBezTo>
                      <a:pt x="80" y="292"/>
                      <a:pt x="140" y="352"/>
                      <a:pt x="216" y="352"/>
                    </a:cubicBezTo>
                    <a:cubicBezTo>
                      <a:pt x="292" y="352"/>
                      <a:pt x="352" y="292"/>
                      <a:pt x="352" y="216"/>
                    </a:cubicBezTo>
                    <a:cubicBezTo>
                      <a:pt x="352" y="140"/>
                      <a:pt x="290" y="80"/>
                      <a:pt x="216" y="80"/>
                    </a:cubicBezTo>
                    <a:close/>
                  </a:path>
                </a:pathLst>
              </a:custGeom>
              <a:solidFill>
                <a:srgbClr val="708DB7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3" name="PA-椭圆 530">
                <a:extLst>
                  <a:ext uri="{FF2B5EF4-FFF2-40B4-BE49-F238E27FC236}">
                    <a16:creationId xmlns:a16="http://schemas.microsoft.com/office/drawing/2014/main" id="{3849ECA8-5790-49CA-9003-14EBC7B2370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06"/>
                </p:custDataLst>
              </p:nvPr>
            </p:nvSpPr>
            <p:spPr bwMode="auto">
              <a:xfrm>
                <a:off x="3432" y="2178"/>
                <a:ext cx="330" cy="331"/>
              </a:xfrm>
              <a:prstGeom prst="ellipse">
                <a:avLst/>
              </a:prstGeom>
              <a:solidFill>
                <a:srgbClr val="CBD6E2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4" name="PA-任意多边形 531">
                <a:extLst>
                  <a:ext uri="{FF2B5EF4-FFF2-40B4-BE49-F238E27FC236}">
                    <a16:creationId xmlns:a16="http://schemas.microsoft.com/office/drawing/2014/main" id="{113E7CA6-DB4C-4A74-9AD9-E39238FCA841}"/>
                  </a:ext>
                </a:extLst>
              </p:cNvPr>
              <p:cNvSpPr>
                <a:spLocks noEditPoints="1"/>
              </p:cNvSpPr>
              <p:nvPr>
                <p:custDataLst>
                  <p:tags r:id="rId107"/>
                </p:custDataLst>
              </p:nvPr>
            </p:nvSpPr>
            <p:spPr bwMode="auto">
              <a:xfrm>
                <a:off x="3416" y="2163"/>
                <a:ext cx="361" cy="361"/>
              </a:xfrm>
              <a:custGeom>
                <a:avLst/>
                <a:gdLst>
                  <a:gd name="T0" fmla="*/ 478 w 956"/>
                  <a:gd name="T1" fmla="*/ 956 h 956"/>
                  <a:gd name="T2" fmla="*/ 0 w 956"/>
                  <a:gd name="T3" fmla="*/ 478 h 956"/>
                  <a:gd name="T4" fmla="*/ 478 w 956"/>
                  <a:gd name="T5" fmla="*/ 0 h 956"/>
                  <a:gd name="T6" fmla="*/ 956 w 956"/>
                  <a:gd name="T7" fmla="*/ 478 h 956"/>
                  <a:gd name="T8" fmla="*/ 478 w 956"/>
                  <a:gd name="T9" fmla="*/ 956 h 956"/>
                  <a:gd name="T10" fmla="*/ 478 w 956"/>
                  <a:gd name="T11" fmla="*/ 80 h 956"/>
                  <a:gd name="T12" fmla="*/ 80 w 956"/>
                  <a:gd name="T13" fmla="*/ 478 h 956"/>
                  <a:gd name="T14" fmla="*/ 478 w 956"/>
                  <a:gd name="T15" fmla="*/ 876 h 956"/>
                  <a:gd name="T16" fmla="*/ 876 w 956"/>
                  <a:gd name="T17" fmla="*/ 478 h 956"/>
                  <a:gd name="T18" fmla="*/ 478 w 956"/>
                  <a:gd name="T19" fmla="*/ 80 h 9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6" h="956">
                    <a:moveTo>
                      <a:pt x="478" y="956"/>
                    </a:moveTo>
                    <a:cubicBezTo>
                      <a:pt x="214" y="956"/>
                      <a:pt x="0" y="742"/>
                      <a:pt x="0" y="478"/>
                    </a:cubicBezTo>
                    <a:cubicBezTo>
                      <a:pt x="0" y="214"/>
                      <a:pt x="214" y="0"/>
                      <a:pt x="478" y="0"/>
                    </a:cubicBezTo>
                    <a:cubicBezTo>
                      <a:pt x="742" y="0"/>
                      <a:pt x="956" y="214"/>
                      <a:pt x="956" y="478"/>
                    </a:cubicBezTo>
                    <a:cubicBezTo>
                      <a:pt x="956" y="742"/>
                      <a:pt x="740" y="956"/>
                      <a:pt x="478" y="956"/>
                    </a:cubicBezTo>
                    <a:close/>
                    <a:moveTo>
                      <a:pt x="478" y="80"/>
                    </a:moveTo>
                    <a:cubicBezTo>
                      <a:pt x="258" y="80"/>
                      <a:pt x="80" y="258"/>
                      <a:pt x="80" y="478"/>
                    </a:cubicBezTo>
                    <a:cubicBezTo>
                      <a:pt x="80" y="698"/>
                      <a:pt x="258" y="876"/>
                      <a:pt x="478" y="876"/>
                    </a:cubicBezTo>
                    <a:cubicBezTo>
                      <a:pt x="698" y="876"/>
                      <a:pt x="876" y="698"/>
                      <a:pt x="876" y="478"/>
                    </a:cubicBezTo>
                    <a:cubicBezTo>
                      <a:pt x="876" y="258"/>
                      <a:pt x="696" y="80"/>
                      <a:pt x="478" y="80"/>
                    </a:cubicBezTo>
                    <a:close/>
                  </a:path>
                </a:pathLst>
              </a:custGeom>
              <a:solidFill>
                <a:srgbClr val="708DB7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5" name="PA-椭圆 532">
                <a:extLst>
                  <a:ext uri="{FF2B5EF4-FFF2-40B4-BE49-F238E27FC236}">
                    <a16:creationId xmlns:a16="http://schemas.microsoft.com/office/drawing/2014/main" id="{2C67C6BB-9249-4426-9246-0660FF0C7A8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08"/>
                </p:custDataLst>
              </p:nvPr>
            </p:nvSpPr>
            <p:spPr bwMode="auto">
              <a:xfrm>
                <a:off x="3530" y="2277"/>
                <a:ext cx="133" cy="133"/>
              </a:xfrm>
              <a:prstGeom prst="ellipse">
                <a:avLst/>
              </a:prstGeom>
              <a:solidFill>
                <a:srgbClr val="DFECF7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6" name="PA-任意多边形 533">
                <a:extLst>
                  <a:ext uri="{FF2B5EF4-FFF2-40B4-BE49-F238E27FC236}">
                    <a16:creationId xmlns:a16="http://schemas.microsoft.com/office/drawing/2014/main" id="{851BF531-0723-49C5-9B52-90AA53361935}"/>
                  </a:ext>
                </a:extLst>
              </p:cNvPr>
              <p:cNvSpPr>
                <a:spLocks noEditPoints="1"/>
              </p:cNvSpPr>
              <p:nvPr>
                <p:custDataLst>
                  <p:tags r:id="rId109"/>
                </p:custDataLst>
              </p:nvPr>
            </p:nvSpPr>
            <p:spPr bwMode="auto">
              <a:xfrm>
                <a:off x="3515" y="2262"/>
                <a:ext cx="163" cy="163"/>
              </a:xfrm>
              <a:custGeom>
                <a:avLst/>
                <a:gdLst>
                  <a:gd name="T0" fmla="*/ 216 w 432"/>
                  <a:gd name="T1" fmla="*/ 432 h 432"/>
                  <a:gd name="T2" fmla="*/ 0 w 432"/>
                  <a:gd name="T3" fmla="*/ 216 h 432"/>
                  <a:gd name="T4" fmla="*/ 216 w 432"/>
                  <a:gd name="T5" fmla="*/ 0 h 432"/>
                  <a:gd name="T6" fmla="*/ 432 w 432"/>
                  <a:gd name="T7" fmla="*/ 216 h 432"/>
                  <a:gd name="T8" fmla="*/ 216 w 432"/>
                  <a:gd name="T9" fmla="*/ 432 h 432"/>
                  <a:gd name="T10" fmla="*/ 216 w 432"/>
                  <a:gd name="T11" fmla="*/ 80 h 432"/>
                  <a:gd name="T12" fmla="*/ 80 w 432"/>
                  <a:gd name="T13" fmla="*/ 216 h 432"/>
                  <a:gd name="T14" fmla="*/ 216 w 432"/>
                  <a:gd name="T15" fmla="*/ 352 h 432"/>
                  <a:gd name="T16" fmla="*/ 352 w 432"/>
                  <a:gd name="T17" fmla="*/ 216 h 432"/>
                  <a:gd name="T18" fmla="*/ 216 w 432"/>
                  <a:gd name="T19" fmla="*/ 80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32" h="432">
                    <a:moveTo>
                      <a:pt x="216" y="432"/>
                    </a:moveTo>
                    <a:cubicBezTo>
                      <a:pt x="96" y="432"/>
                      <a:pt x="0" y="336"/>
                      <a:pt x="0" y="216"/>
                    </a:cubicBezTo>
                    <a:cubicBezTo>
                      <a:pt x="0" y="96"/>
                      <a:pt x="96" y="0"/>
                      <a:pt x="216" y="0"/>
                    </a:cubicBezTo>
                    <a:cubicBezTo>
                      <a:pt x="336" y="0"/>
                      <a:pt x="432" y="96"/>
                      <a:pt x="432" y="216"/>
                    </a:cubicBezTo>
                    <a:cubicBezTo>
                      <a:pt x="432" y="336"/>
                      <a:pt x="334" y="432"/>
                      <a:pt x="216" y="432"/>
                    </a:cubicBezTo>
                    <a:close/>
                    <a:moveTo>
                      <a:pt x="216" y="80"/>
                    </a:moveTo>
                    <a:cubicBezTo>
                      <a:pt x="142" y="80"/>
                      <a:pt x="80" y="140"/>
                      <a:pt x="80" y="216"/>
                    </a:cubicBezTo>
                    <a:cubicBezTo>
                      <a:pt x="80" y="292"/>
                      <a:pt x="140" y="352"/>
                      <a:pt x="216" y="352"/>
                    </a:cubicBezTo>
                    <a:cubicBezTo>
                      <a:pt x="292" y="352"/>
                      <a:pt x="352" y="292"/>
                      <a:pt x="352" y="216"/>
                    </a:cubicBezTo>
                    <a:cubicBezTo>
                      <a:pt x="352" y="140"/>
                      <a:pt x="290" y="80"/>
                      <a:pt x="216" y="80"/>
                    </a:cubicBezTo>
                    <a:close/>
                  </a:path>
                </a:pathLst>
              </a:custGeom>
              <a:solidFill>
                <a:srgbClr val="708DB7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7" name="PA-任意多边形 534">
                <a:extLst>
                  <a:ext uri="{FF2B5EF4-FFF2-40B4-BE49-F238E27FC236}">
                    <a16:creationId xmlns:a16="http://schemas.microsoft.com/office/drawing/2014/main" id="{DFEF023E-8866-410D-95F3-73E597247E26}"/>
                  </a:ext>
                </a:extLst>
              </p:cNvPr>
              <p:cNvSpPr>
                <a:spLocks/>
              </p:cNvSpPr>
              <p:nvPr>
                <p:custDataLst>
                  <p:tags r:id="rId110"/>
                </p:custDataLst>
              </p:nvPr>
            </p:nvSpPr>
            <p:spPr bwMode="auto">
              <a:xfrm>
                <a:off x="3297" y="2096"/>
                <a:ext cx="85" cy="121"/>
              </a:xfrm>
              <a:custGeom>
                <a:avLst/>
                <a:gdLst>
                  <a:gd name="T0" fmla="*/ 206 w 224"/>
                  <a:gd name="T1" fmla="*/ 20 h 322"/>
                  <a:gd name="T2" fmla="*/ 0 w 224"/>
                  <a:gd name="T3" fmla="*/ 322 h 322"/>
                  <a:gd name="T4" fmla="*/ 6 w 224"/>
                  <a:gd name="T5" fmla="*/ 148 h 322"/>
                  <a:gd name="T6" fmla="*/ 108 w 224"/>
                  <a:gd name="T7" fmla="*/ 26 h 322"/>
                  <a:gd name="T8" fmla="*/ 206 w 224"/>
                  <a:gd name="T9" fmla="*/ 0 h 322"/>
                  <a:gd name="T10" fmla="*/ 206 w 224"/>
                  <a:gd name="T11" fmla="*/ 20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4" h="322">
                    <a:moveTo>
                      <a:pt x="206" y="20"/>
                    </a:moveTo>
                    <a:cubicBezTo>
                      <a:pt x="206" y="20"/>
                      <a:pt x="224" y="220"/>
                      <a:pt x="0" y="322"/>
                    </a:cubicBezTo>
                    <a:lnTo>
                      <a:pt x="6" y="148"/>
                    </a:lnTo>
                    <a:cubicBezTo>
                      <a:pt x="6" y="148"/>
                      <a:pt x="14" y="58"/>
                      <a:pt x="108" y="26"/>
                    </a:cubicBezTo>
                    <a:lnTo>
                      <a:pt x="206" y="0"/>
                    </a:lnTo>
                    <a:lnTo>
                      <a:pt x="206" y="20"/>
                    </a:lnTo>
                    <a:close/>
                  </a:path>
                </a:pathLst>
              </a:custGeom>
              <a:solidFill>
                <a:srgbClr val="FEF185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8" name="PA-任意多边形 535">
                <a:extLst>
                  <a:ext uri="{FF2B5EF4-FFF2-40B4-BE49-F238E27FC236}">
                    <a16:creationId xmlns:a16="http://schemas.microsoft.com/office/drawing/2014/main" id="{B6133F54-BD32-4984-A312-FD4CB4E7940A}"/>
                  </a:ext>
                </a:extLst>
              </p:cNvPr>
              <p:cNvSpPr>
                <a:spLocks noEditPoints="1"/>
              </p:cNvSpPr>
              <p:nvPr>
                <p:custDataLst>
                  <p:tags r:id="rId111"/>
                </p:custDataLst>
              </p:nvPr>
            </p:nvSpPr>
            <p:spPr bwMode="auto">
              <a:xfrm>
                <a:off x="3281" y="2077"/>
                <a:ext cx="116" cy="164"/>
              </a:xfrm>
              <a:custGeom>
                <a:avLst/>
                <a:gdLst>
                  <a:gd name="T0" fmla="*/ 0 w 306"/>
                  <a:gd name="T1" fmla="*/ 434 h 434"/>
                  <a:gd name="T2" fmla="*/ 8 w 306"/>
                  <a:gd name="T3" fmla="*/ 194 h 434"/>
                  <a:gd name="T4" fmla="*/ 136 w 306"/>
                  <a:gd name="T5" fmla="*/ 38 h 434"/>
                  <a:gd name="T6" fmla="*/ 138 w 306"/>
                  <a:gd name="T7" fmla="*/ 38 h 434"/>
                  <a:gd name="T8" fmla="*/ 280 w 306"/>
                  <a:gd name="T9" fmla="*/ 0 h 434"/>
                  <a:gd name="T10" fmla="*/ 288 w 306"/>
                  <a:gd name="T11" fmla="*/ 66 h 434"/>
                  <a:gd name="T12" fmla="*/ 58 w 306"/>
                  <a:gd name="T13" fmla="*/ 408 h 434"/>
                  <a:gd name="T14" fmla="*/ 0 w 306"/>
                  <a:gd name="T15" fmla="*/ 434 h 434"/>
                  <a:gd name="T16" fmla="*/ 86 w 306"/>
                  <a:gd name="T17" fmla="*/ 200 h 434"/>
                  <a:gd name="T18" fmla="*/ 84 w 306"/>
                  <a:gd name="T19" fmla="*/ 302 h 434"/>
                  <a:gd name="T20" fmla="*/ 208 w 306"/>
                  <a:gd name="T21" fmla="*/ 100 h 434"/>
                  <a:gd name="T22" fmla="*/ 160 w 306"/>
                  <a:gd name="T23" fmla="*/ 114 h 434"/>
                  <a:gd name="T24" fmla="*/ 86 w 306"/>
                  <a:gd name="T25" fmla="*/ 200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06" h="434">
                    <a:moveTo>
                      <a:pt x="0" y="434"/>
                    </a:moveTo>
                    <a:lnTo>
                      <a:pt x="8" y="194"/>
                    </a:lnTo>
                    <a:cubicBezTo>
                      <a:pt x="8" y="190"/>
                      <a:pt x="18" y="78"/>
                      <a:pt x="136" y="38"/>
                    </a:cubicBezTo>
                    <a:lnTo>
                      <a:pt x="138" y="38"/>
                    </a:lnTo>
                    <a:lnTo>
                      <a:pt x="280" y="0"/>
                    </a:lnTo>
                    <a:lnTo>
                      <a:pt x="288" y="66"/>
                    </a:lnTo>
                    <a:cubicBezTo>
                      <a:pt x="288" y="76"/>
                      <a:pt x="306" y="296"/>
                      <a:pt x="58" y="408"/>
                    </a:cubicBezTo>
                    <a:lnTo>
                      <a:pt x="0" y="434"/>
                    </a:lnTo>
                    <a:close/>
                    <a:moveTo>
                      <a:pt x="86" y="200"/>
                    </a:moveTo>
                    <a:lnTo>
                      <a:pt x="84" y="302"/>
                    </a:lnTo>
                    <a:cubicBezTo>
                      <a:pt x="182" y="234"/>
                      <a:pt x="204" y="146"/>
                      <a:pt x="208" y="100"/>
                    </a:cubicBezTo>
                    <a:lnTo>
                      <a:pt x="160" y="114"/>
                    </a:lnTo>
                    <a:cubicBezTo>
                      <a:pt x="96" y="136"/>
                      <a:pt x="88" y="194"/>
                      <a:pt x="86" y="200"/>
                    </a:cubicBezTo>
                    <a:close/>
                  </a:path>
                </a:pathLst>
              </a:custGeom>
              <a:solidFill>
                <a:srgbClr val="708DB7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9" name="PA-任意多边形 536">
                <a:extLst>
                  <a:ext uri="{FF2B5EF4-FFF2-40B4-BE49-F238E27FC236}">
                    <a16:creationId xmlns:a16="http://schemas.microsoft.com/office/drawing/2014/main" id="{EF288699-3D39-414B-9ADF-E0A2878E3181}"/>
                  </a:ext>
                </a:extLst>
              </p:cNvPr>
              <p:cNvSpPr>
                <a:spLocks/>
              </p:cNvSpPr>
              <p:nvPr>
                <p:custDataLst>
                  <p:tags r:id="rId112"/>
                </p:custDataLst>
              </p:nvPr>
            </p:nvSpPr>
            <p:spPr bwMode="auto">
              <a:xfrm>
                <a:off x="3633" y="1912"/>
                <a:ext cx="671" cy="163"/>
              </a:xfrm>
              <a:custGeom>
                <a:avLst/>
                <a:gdLst>
                  <a:gd name="T0" fmla="*/ 606 w 671"/>
                  <a:gd name="T1" fmla="*/ 9 h 163"/>
                  <a:gd name="T2" fmla="*/ 671 w 671"/>
                  <a:gd name="T3" fmla="*/ 163 h 163"/>
                  <a:gd name="T4" fmla="*/ 0 w 671"/>
                  <a:gd name="T5" fmla="*/ 152 h 163"/>
                  <a:gd name="T6" fmla="*/ 144 w 671"/>
                  <a:gd name="T7" fmla="*/ 0 h 163"/>
                  <a:gd name="T8" fmla="*/ 606 w 671"/>
                  <a:gd name="T9" fmla="*/ 9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1" h="163">
                    <a:moveTo>
                      <a:pt x="606" y="9"/>
                    </a:moveTo>
                    <a:lnTo>
                      <a:pt x="671" y="163"/>
                    </a:lnTo>
                    <a:lnTo>
                      <a:pt x="0" y="152"/>
                    </a:lnTo>
                    <a:lnTo>
                      <a:pt x="144" y="0"/>
                    </a:lnTo>
                    <a:lnTo>
                      <a:pt x="606" y="9"/>
                    </a:lnTo>
                    <a:close/>
                  </a:path>
                </a:pathLst>
              </a:custGeom>
              <a:solidFill>
                <a:srgbClr val="D0E5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0" name="PA-任意多边形 537">
                <a:extLst>
                  <a:ext uri="{FF2B5EF4-FFF2-40B4-BE49-F238E27FC236}">
                    <a16:creationId xmlns:a16="http://schemas.microsoft.com/office/drawing/2014/main" id="{6688A3C9-76F0-433F-933D-5141C6E814D0}"/>
                  </a:ext>
                </a:extLst>
              </p:cNvPr>
              <p:cNvSpPr>
                <a:spLocks noEditPoints="1"/>
              </p:cNvSpPr>
              <p:nvPr>
                <p:custDataLst>
                  <p:tags r:id="rId113"/>
                </p:custDataLst>
              </p:nvPr>
            </p:nvSpPr>
            <p:spPr bwMode="auto">
              <a:xfrm>
                <a:off x="3617" y="1897"/>
                <a:ext cx="704" cy="195"/>
              </a:xfrm>
              <a:custGeom>
                <a:avLst/>
                <a:gdLst>
                  <a:gd name="T0" fmla="*/ 1822 w 1866"/>
                  <a:gd name="T1" fmla="*/ 518 h 518"/>
                  <a:gd name="T2" fmla="*/ 42 w 1866"/>
                  <a:gd name="T3" fmla="*/ 486 h 518"/>
                  <a:gd name="T4" fmla="*/ 6 w 1866"/>
                  <a:gd name="T5" fmla="*/ 460 h 518"/>
                  <a:gd name="T6" fmla="*/ 14 w 1866"/>
                  <a:gd name="T7" fmla="*/ 416 h 518"/>
                  <a:gd name="T8" fmla="*/ 396 w 1866"/>
                  <a:gd name="T9" fmla="*/ 14 h 518"/>
                  <a:gd name="T10" fmla="*/ 426 w 1866"/>
                  <a:gd name="T11" fmla="*/ 2 h 518"/>
                  <a:gd name="T12" fmla="*/ 1650 w 1866"/>
                  <a:gd name="T13" fmla="*/ 22 h 518"/>
                  <a:gd name="T14" fmla="*/ 1686 w 1866"/>
                  <a:gd name="T15" fmla="*/ 46 h 518"/>
                  <a:gd name="T16" fmla="*/ 1860 w 1866"/>
                  <a:gd name="T17" fmla="*/ 456 h 518"/>
                  <a:gd name="T18" fmla="*/ 1856 w 1866"/>
                  <a:gd name="T19" fmla="*/ 496 h 518"/>
                  <a:gd name="T20" fmla="*/ 1822 w 1866"/>
                  <a:gd name="T21" fmla="*/ 518 h 518"/>
                  <a:gd name="T22" fmla="*/ 136 w 1866"/>
                  <a:gd name="T23" fmla="*/ 406 h 518"/>
                  <a:gd name="T24" fmla="*/ 1762 w 1866"/>
                  <a:gd name="T25" fmla="*/ 432 h 518"/>
                  <a:gd name="T26" fmla="*/ 1622 w 1866"/>
                  <a:gd name="T27" fmla="*/ 102 h 518"/>
                  <a:gd name="T28" fmla="*/ 442 w 1866"/>
                  <a:gd name="T29" fmla="*/ 82 h 518"/>
                  <a:gd name="T30" fmla="*/ 136 w 1866"/>
                  <a:gd name="T31" fmla="*/ 406 h 5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866" h="518">
                    <a:moveTo>
                      <a:pt x="1822" y="518"/>
                    </a:moveTo>
                    <a:lnTo>
                      <a:pt x="42" y="486"/>
                    </a:lnTo>
                    <a:cubicBezTo>
                      <a:pt x="26" y="486"/>
                      <a:pt x="12" y="476"/>
                      <a:pt x="6" y="460"/>
                    </a:cubicBezTo>
                    <a:cubicBezTo>
                      <a:pt x="0" y="444"/>
                      <a:pt x="2" y="428"/>
                      <a:pt x="14" y="416"/>
                    </a:cubicBezTo>
                    <a:lnTo>
                      <a:pt x="396" y="14"/>
                    </a:lnTo>
                    <a:cubicBezTo>
                      <a:pt x="404" y="6"/>
                      <a:pt x="414" y="0"/>
                      <a:pt x="426" y="2"/>
                    </a:cubicBezTo>
                    <a:lnTo>
                      <a:pt x="1650" y="22"/>
                    </a:lnTo>
                    <a:cubicBezTo>
                      <a:pt x="1666" y="22"/>
                      <a:pt x="1680" y="32"/>
                      <a:pt x="1686" y="46"/>
                    </a:cubicBezTo>
                    <a:lnTo>
                      <a:pt x="1860" y="456"/>
                    </a:lnTo>
                    <a:cubicBezTo>
                      <a:pt x="1866" y="468"/>
                      <a:pt x="1864" y="484"/>
                      <a:pt x="1856" y="496"/>
                    </a:cubicBezTo>
                    <a:cubicBezTo>
                      <a:pt x="1848" y="510"/>
                      <a:pt x="1836" y="518"/>
                      <a:pt x="1822" y="518"/>
                    </a:cubicBezTo>
                    <a:close/>
                    <a:moveTo>
                      <a:pt x="136" y="406"/>
                    </a:moveTo>
                    <a:lnTo>
                      <a:pt x="1762" y="432"/>
                    </a:lnTo>
                    <a:lnTo>
                      <a:pt x="1622" y="102"/>
                    </a:lnTo>
                    <a:lnTo>
                      <a:pt x="442" y="82"/>
                    </a:lnTo>
                    <a:lnTo>
                      <a:pt x="136" y="406"/>
                    </a:lnTo>
                    <a:close/>
                  </a:path>
                </a:pathLst>
              </a:custGeom>
              <a:solidFill>
                <a:srgbClr val="708DB7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1" name="PA-矩形 538">
                <a:extLst>
                  <a:ext uri="{FF2B5EF4-FFF2-40B4-BE49-F238E27FC236}">
                    <a16:creationId xmlns:a16="http://schemas.microsoft.com/office/drawing/2014/main" id="{34057404-DD81-42FE-9DBB-966E554B30C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14"/>
                </p:custDataLst>
              </p:nvPr>
            </p:nvSpPr>
            <p:spPr bwMode="auto">
              <a:xfrm>
                <a:off x="3908" y="1911"/>
                <a:ext cx="30" cy="173"/>
              </a:xfrm>
              <a:prstGeom prst="rect">
                <a:avLst/>
              </a:prstGeom>
              <a:solidFill>
                <a:srgbClr val="708D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2" name="PA-任意多边形 539">
                <a:extLst>
                  <a:ext uri="{FF2B5EF4-FFF2-40B4-BE49-F238E27FC236}">
                    <a16:creationId xmlns:a16="http://schemas.microsoft.com/office/drawing/2014/main" id="{C8368B23-5A33-4C7E-B056-C047784ECE23}"/>
                  </a:ext>
                </a:extLst>
              </p:cNvPr>
              <p:cNvSpPr>
                <a:spLocks/>
              </p:cNvSpPr>
              <p:nvPr>
                <p:custDataLst>
                  <p:tags r:id="rId115"/>
                </p:custDataLst>
              </p:nvPr>
            </p:nvSpPr>
            <p:spPr bwMode="auto">
              <a:xfrm>
                <a:off x="3512" y="1909"/>
                <a:ext cx="67" cy="66"/>
              </a:xfrm>
              <a:custGeom>
                <a:avLst/>
                <a:gdLst>
                  <a:gd name="T0" fmla="*/ 40 w 178"/>
                  <a:gd name="T1" fmla="*/ 176 h 176"/>
                  <a:gd name="T2" fmla="*/ 38 w 178"/>
                  <a:gd name="T3" fmla="*/ 176 h 176"/>
                  <a:gd name="T4" fmla="*/ 0 w 178"/>
                  <a:gd name="T5" fmla="*/ 134 h 176"/>
                  <a:gd name="T6" fmla="*/ 138 w 178"/>
                  <a:gd name="T7" fmla="*/ 0 h 176"/>
                  <a:gd name="T8" fmla="*/ 178 w 178"/>
                  <a:gd name="T9" fmla="*/ 40 h 176"/>
                  <a:gd name="T10" fmla="*/ 138 w 178"/>
                  <a:gd name="T11" fmla="*/ 80 h 176"/>
                  <a:gd name="T12" fmla="*/ 80 w 178"/>
                  <a:gd name="T13" fmla="*/ 140 h 176"/>
                  <a:gd name="T14" fmla="*/ 40 w 178"/>
                  <a:gd name="T15" fmla="*/ 176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8" h="176">
                    <a:moveTo>
                      <a:pt x="40" y="176"/>
                    </a:moveTo>
                    <a:lnTo>
                      <a:pt x="38" y="176"/>
                    </a:lnTo>
                    <a:cubicBezTo>
                      <a:pt x="16" y="174"/>
                      <a:pt x="0" y="156"/>
                      <a:pt x="0" y="134"/>
                    </a:cubicBezTo>
                    <a:cubicBezTo>
                      <a:pt x="6" y="36"/>
                      <a:pt x="86" y="0"/>
                      <a:pt x="138" y="0"/>
                    </a:cubicBezTo>
                    <a:cubicBezTo>
                      <a:pt x="160" y="0"/>
                      <a:pt x="178" y="18"/>
                      <a:pt x="178" y="40"/>
                    </a:cubicBezTo>
                    <a:cubicBezTo>
                      <a:pt x="178" y="62"/>
                      <a:pt x="160" y="80"/>
                      <a:pt x="138" y="80"/>
                    </a:cubicBezTo>
                    <a:cubicBezTo>
                      <a:pt x="126" y="80"/>
                      <a:pt x="84" y="86"/>
                      <a:pt x="80" y="140"/>
                    </a:cubicBezTo>
                    <a:cubicBezTo>
                      <a:pt x="80" y="160"/>
                      <a:pt x="62" y="176"/>
                      <a:pt x="40" y="176"/>
                    </a:cubicBezTo>
                    <a:close/>
                  </a:path>
                </a:pathLst>
              </a:custGeom>
              <a:solidFill>
                <a:srgbClr val="708DB7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3" name="PA-任意多边形 540">
                <a:extLst>
                  <a:ext uri="{FF2B5EF4-FFF2-40B4-BE49-F238E27FC236}">
                    <a16:creationId xmlns:a16="http://schemas.microsoft.com/office/drawing/2014/main" id="{5A2E5528-27BD-4121-9BDD-FC071ED9F1AA}"/>
                  </a:ext>
                </a:extLst>
              </p:cNvPr>
              <p:cNvSpPr>
                <a:spLocks/>
              </p:cNvSpPr>
              <p:nvPr>
                <p:custDataLst>
                  <p:tags r:id="rId116"/>
                </p:custDataLst>
              </p:nvPr>
            </p:nvSpPr>
            <p:spPr bwMode="auto">
              <a:xfrm>
                <a:off x="3454" y="1860"/>
                <a:ext cx="94" cy="93"/>
              </a:xfrm>
              <a:custGeom>
                <a:avLst/>
                <a:gdLst>
                  <a:gd name="T0" fmla="*/ 40 w 248"/>
                  <a:gd name="T1" fmla="*/ 248 h 248"/>
                  <a:gd name="T2" fmla="*/ 38 w 248"/>
                  <a:gd name="T3" fmla="*/ 248 h 248"/>
                  <a:gd name="T4" fmla="*/ 0 w 248"/>
                  <a:gd name="T5" fmla="*/ 206 h 248"/>
                  <a:gd name="T6" fmla="*/ 208 w 248"/>
                  <a:gd name="T7" fmla="*/ 0 h 248"/>
                  <a:gd name="T8" fmla="*/ 248 w 248"/>
                  <a:gd name="T9" fmla="*/ 40 h 248"/>
                  <a:gd name="T10" fmla="*/ 208 w 248"/>
                  <a:gd name="T11" fmla="*/ 80 h 248"/>
                  <a:gd name="T12" fmla="*/ 80 w 248"/>
                  <a:gd name="T13" fmla="*/ 210 h 248"/>
                  <a:gd name="T14" fmla="*/ 40 w 248"/>
                  <a:gd name="T15" fmla="*/ 248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8" h="248">
                    <a:moveTo>
                      <a:pt x="40" y="248"/>
                    </a:moveTo>
                    <a:lnTo>
                      <a:pt x="38" y="248"/>
                    </a:lnTo>
                    <a:cubicBezTo>
                      <a:pt x="16" y="246"/>
                      <a:pt x="0" y="228"/>
                      <a:pt x="0" y="206"/>
                    </a:cubicBezTo>
                    <a:cubicBezTo>
                      <a:pt x="10" y="44"/>
                      <a:pt x="140" y="0"/>
                      <a:pt x="208" y="0"/>
                    </a:cubicBezTo>
                    <a:cubicBezTo>
                      <a:pt x="230" y="0"/>
                      <a:pt x="248" y="18"/>
                      <a:pt x="248" y="40"/>
                    </a:cubicBezTo>
                    <a:cubicBezTo>
                      <a:pt x="248" y="62"/>
                      <a:pt x="230" y="80"/>
                      <a:pt x="208" y="80"/>
                    </a:cubicBezTo>
                    <a:cubicBezTo>
                      <a:pt x="196" y="80"/>
                      <a:pt x="88" y="86"/>
                      <a:pt x="80" y="210"/>
                    </a:cubicBezTo>
                    <a:cubicBezTo>
                      <a:pt x="78" y="230"/>
                      <a:pt x="60" y="248"/>
                      <a:pt x="40" y="248"/>
                    </a:cubicBezTo>
                    <a:close/>
                  </a:path>
                </a:pathLst>
              </a:custGeom>
              <a:solidFill>
                <a:srgbClr val="708DB7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4" name="PA-任意多边形 541">
                <a:extLst>
                  <a:ext uri="{FF2B5EF4-FFF2-40B4-BE49-F238E27FC236}">
                    <a16:creationId xmlns:a16="http://schemas.microsoft.com/office/drawing/2014/main" id="{AEDF7830-2876-4E7C-B6B4-EA031B0EA259}"/>
                  </a:ext>
                </a:extLst>
              </p:cNvPr>
              <p:cNvSpPr>
                <a:spLocks/>
              </p:cNvSpPr>
              <p:nvPr>
                <p:custDataLst>
                  <p:tags r:id="rId117"/>
                </p:custDataLst>
              </p:nvPr>
            </p:nvSpPr>
            <p:spPr bwMode="auto">
              <a:xfrm>
                <a:off x="3382" y="1797"/>
                <a:ext cx="139" cy="140"/>
              </a:xfrm>
              <a:custGeom>
                <a:avLst/>
                <a:gdLst>
                  <a:gd name="T0" fmla="*/ 40 w 368"/>
                  <a:gd name="T1" fmla="*/ 370 h 370"/>
                  <a:gd name="T2" fmla="*/ 38 w 368"/>
                  <a:gd name="T3" fmla="*/ 370 h 370"/>
                  <a:gd name="T4" fmla="*/ 0 w 368"/>
                  <a:gd name="T5" fmla="*/ 328 h 370"/>
                  <a:gd name="T6" fmla="*/ 328 w 368"/>
                  <a:gd name="T7" fmla="*/ 0 h 370"/>
                  <a:gd name="T8" fmla="*/ 368 w 368"/>
                  <a:gd name="T9" fmla="*/ 40 h 370"/>
                  <a:gd name="T10" fmla="*/ 328 w 368"/>
                  <a:gd name="T11" fmla="*/ 80 h 370"/>
                  <a:gd name="T12" fmla="*/ 78 w 368"/>
                  <a:gd name="T13" fmla="*/ 332 h 370"/>
                  <a:gd name="T14" fmla="*/ 40 w 368"/>
                  <a:gd name="T15" fmla="*/ 370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8" h="370">
                    <a:moveTo>
                      <a:pt x="40" y="370"/>
                    </a:moveTo>
                    <a:lnTo>
                      <a:pt x="38" y="370"/>
                    </a:lnTo>
                    <a:cubicBezTo>
                      <a:pt x="16" y="368"/>
                      <a:pt x="0" y="350"/>
                      <a:pt x="0" y="328"/>
                    </a:cubicBezTo>
                    <a:cubicBezTo>
                      <a:pt x="14" y="68"/>
                      <a:pt x="222" y="0"/>
                      <a:pt x="328" y="0"/>
                    </a:cubicBezTo>
                    <a:cubicBezTo>
                      <a:pt x="350" y="0"/>
                      <a:pt x="368" y="18"/>
                      <a:pt x="368" y="40"/>
                    </a:cubicBezTo>
                    <a:cubicBezTo>
                      <a:pt x="368" y="62"/>
                      <a:pt x="350" y="80"/>
                      <a:pt x="328" y="80"/>
                    </a:cubicBezTo>
                    <a:cubicBezTo>
                      <a:pt x="318" y="80"/>
                      <a:pt x="94" y="84"/>
                      <a:pt x="78" y="332"/>
                    </a:cubicBezTo>
                    <a:cubicBezTo>
                      <a:pt x="78" y="354"/>
                      <a:pt x="60" y="370"/>
                      <a:pt x="40" y="370"/>
                    </a:cubicBezTo>
                    <a:close/>
                  </a:path>
                </a:pathLst>
              </a:custGeom>
              <a:solidFill>
                <a:srgbClr val="708DB7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5" name="PA-任意多边形 542">
                <a:extLst>
                  <a:ext uri="{FF2B5EF4-FFF2-40B4-BE49-F238E27FC236}">
                    <a16:creationId xmlns:a16="http://schemas.microsoft.com/office/drawing/2014/main" id="{5C17F189-E955-4C6B-85DB-E8C96AF974A4}"/>
                  </a:ext>
                </a:extLst>
              </p:cNvPr>
              <p:cNvSpPr>
                <a:spLocks/>
              </p:cNvSpPr>
              <p:nvPr>
                <p:custDataLst>
                  <p:tags r:id="rId118"/>
                </p:custDataLst>
              </p:nvPr>
            </p:nvSpPr>
            <p:spPr bwMode="auto">
              <a:xfrm>
                <a:off x="3840" y="2115"/>
                <a:ext cx="83" cy="30"/>
              </a:xfrm>
              <a:custGeom>
                <a:avLst/>
                <a:gdLst>
                  <a:gd name="T0" fmla="*/ 180 w 220"/>
                  <a:gd name="T1" fmla="*/ 80 h 80"/>
                  <a:gd name="T2" fmla="*/ 40 w 220"/>
                  <a:gd name="T3" fmla="*/ 80 h 80"/>
                  <a:gd name="T4" fmla="*/ 0 w 220"/>
                  <a:gd name="T5" fmla="*/ 40 h 80"/>
                  <a:gd name="T6" fmla="*/ 40 w 220"/>
                  <a:gd name="T7" fmla="*/ 0 h 80"/>
                  <a:gd name="T8" fmla="*/ 180 w 220"/>
                  <a:gd name="T9" fmla="*/ 0 h 80"/>
                  <a:gd name="T10" fmla="*/ 220 w 220"/>
                  <a:gd name="T11" fmla="*/ 40 h 80"/>
                  <a:gd name="T12" fmla="*/ 180 w 220"/>
                  <a:gd name="T13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20" h="80">
                    <a:moveTo>
                      <a:pt x="180" y="80"/>
                    </a:moveTo>
                    <a:lnTo>
                      <a:pt x="40" y="80"/>
                    </a:lnTo>
                    <a:cubicBezTo>
                      <a:pt x="18" y="80"/>
                      <a:pt x="0" y="62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lnTo>
                      <a:pt x="180" y="0"/>
                    </a:lnTo>
                    <a:cubicBezTo>
                      <a:pt x="202" y="0"/>
                      <a:pt x="220" y="18"/>
                      <a:pt x="220" y="40"/>
                    </a:cubicBezTo>
                    <a:cubicBezTo>
                      <a:pt x="220" y="62"/>
                      <a:pt x="202" y="80"/>
                      <a:pt x="180" y="80"/>
                    </a:cubicBezTo>
                    <a:close/>
                  </a:path>
                </a:pathLst>
              </a:custGeom>
              <a:solidFill>
                <a:srgbClr val="708DB7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pic>
          <p:nvPicPr>
            <p:cNvPr id="207" name="PA-图片 12-225325">
              <a:extLst>
                <a:ext uri="{FF2B5EF4-FFF2-40B4-BE49-F238E27FC236}">
                  <a16:creationId xmlns:a16="http://schemas.microsoft.com/office/drawing/2014/main" id="{1E3AD97C-A1A2-4FE2-B95B-1C4E202A3A46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760" y="579738"/>
              <a:ext cx="478655" cy="478655"/>
            </a:xfrm>
            <a:prstGeom prst="rect">
              <a:avLst/>
            </a:prstGeom>
          </p:spPr>
        </p:pic>
        <p:sp>
          <p:nvSpPr>
            <p:cNvPr id="208" name="PA-A000220140718C65PPSH-4568">
              <a:extLst>
                <a:ext uri="{FF2B5EF4-FFF2-40B4-BE49-F238E27FC236}">
                  <a16:creationId xmlns:a16="http://schemas.microsoft.com/office/drawing/2014/main" id="{319FB4E3-1E67-4133-BFA3-B2BB992513D8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 rot="6320563">
              <a:off x="1172949" y="475944"/>
              <a:ext cx="415039" cy="646490"/>
            </a:xfrm>
            <a:prstGeom prst="lightningBol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B5645633-D690-4105-BB84-2FFF6D37112E}"/>
                </a:ext>
              </a:extLst>
            </p:cNvPr>
            <p:cNvSpPr txBox="1"/>
            <p:nvPr/>
          </p:nvSpPr>
          <p:spPr>
            <a:xfrm>
              <a:off x="290329" y="974980"/>
              <a:ext cx="11744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cs typeface="+mn-lt"/>
                </a:rPr>
                <a:t>CPU   </a:t>
              </a:r>
              <a:r>
                <a:rPr lang="en-US" altLang="zh-CN" sz="2000" b="1" dirty="0">
                  <a:latin typeface="+mj-lt"/>
                  <a:cs typeface="Times New Roman" panose="02020603050405020304" pitchFamily="18" charset="0"/>
                </a:rPr>
                <a:t>f</a:t>
              </a:r>
              <a:r>
                <a:rPr lang="en-US" altLang="zh-CN" sz="2000" baseline="-25000" dirty="0">
                  <a:latin typeface="+mj-lt"/>
                  <a:cs typeface="Times New Roman" panose="02020603050405020304" pitchFamily="18" charset="0"/>
                </a:rPr>
                <a:t>1</a:t>
              </a:r>
              <a:r>
                <a:rPr lang="en-US" altLang="zh-CN" sz="2000" b="1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99" name="PA-901-901397-Cashier machine-480081">
              <a:extLst>
                <a:ext uri="{FF2B5EF4-FFF2-40B4-BE49-F238E27FC236}">
                  <a16:creationId xmlns:a16="http://schemas.microsoft.com/office/drawing/2014/main" id="{DD430B75-7E45-44BE-B1B8-1BBBC79D85C4}"/>
                </a:ext>
              </a:extLst>
            </p:cNvPr>
            <p:cNvGrpSpPr/>
            <p:nvPr>
              <p:custDataLst>
                <p:tags r:id="rId9"/>
              </p:custDataLst>
            </p:nvPr>
          </p:nvGrpSpPr>
          <p:grpSpPr>
            <a:xfrm>
              <a:off x="1801355" y="4210249"/>
              <a:ext cx="827149" cy="827149"/>
              <a:chOff x="12191206" y="6952456"/>
              <a:chExt cx="1524000" cy="1524000"/>
            </a:xfrm>
          </p:grpSpPr>
          <p:sp>
            <p:nvSpPr>
              <p:cNvPr id="300" name="PA-任意多边形 5883">
                <a:extLst>
                  <a:ext uri="{FF2B5EF4-FFF2-40B4-BE49-F238E27FC236}">
                    <a16:creationId xmlns:a16="http://schemas.microsoft.com/office/drawing/2014/main" id="{F7197DA9-3333-4FC4-948A-BBBABF7824FB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13486606" y="6977856"/>
                <a:ext cx="203200" cy="431800"/>
              </a:xfrm>
              <a:custGeom>
                <a:avLst/>
                <a:gdLst>
                  <a:gd name="connsiteX0" fmla="*/ 102394 w 203200"/>
                  <a:gd name="connsiteY0" fmla="*/ 432594 h 431800"/>
                  <a:gd name="connsiteX1" fmla="*/ 794 w 203200"/>
                  <a:gd name="connsiteY1" fmla="*/ 432594 h 431800"/>
                  <a:gd name="connsiteX2" fmla="*/ 794 w 203200"/>
                  <a:gd name="connsiteY2" fmla="*/ 794 h 431800"/>
                  <a:gd name="connsiteX3" fmla="*/ 203994 w 203200"/>
                  <a:gd name="connsiteY3" fmla="*/ 794 h 431800"/>
                  <a:gd name="connsiteX4" fmla="*/ 203994 w 203200"/>
                  <a:gd name="connsiteY4" fmla="*/ 330994 h 431800"/>
                  <a:gd name="connsiteX5" fmla="*/ 102394 w 203200"/>
                  <a:gd name="connsiteY5" fmla="*/ 432594 h 431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3200" h="431800">
                    <a:moveTo>
                      <a:pt x="102394" y="432594"/>
                    </a:moveTo>
                    <a:lnTo>
                      <a:pt x="794" y="432594"/>
                    </a:lnTo>
                    <a:lnTo>
                      <a:pt x="794" y="794"/>
                    </a:lnTo>
                    <a:lnTo>
                      <a:pt x="203994" y="794"/>
                    </a:lnTo>
                    <a:lnTo>
                      <a:pt x="203994" y="330994"/>
                    </a:lnTo>
                    <a:cubicBezTo>
                      <a:pt x="203994" y="387106"/>
                      <a:pt x="158506" y="432594"/>
                      <a:pt x="102394" y="432594"/>
                    </a:cubicBezTo>
                    <a:close/>
                  </a:path>
                </a:pathLst>
              </a:custGeom>
              <a:solidFill>
                <a:srgbClr val="5AAAE7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1" name="PA-任意多边形 5884">
                <a:extLst>
                  <a:ext uri="{FF2B5EF4-FFF2-40B4-BE49-F238E27FC236}">
                    <a16:creationId xmlns:a16="http://schemas.microsoft.com/office/drawing/2014/main" id="{0280C886-9565-4425-A2E8-94693DC6305D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13080206" y="7206456"/>
                <a:ext cx="508000" cy="203200"/>
              </a:xfrm>
              <a:custGeom>
                <a:avLst/>
                <a:gdLst>
                  <a:gd name="connsiteX0" fmla="*/ 407194 w 508000"/>
                  <a:gd name="connsiteY0" fmla="*/ 102394 h 203200"/>
                  <a:gd name="connsiteX1" fmla="*/ 305594 w 508000"/>
                  <a:gd name="connsiteY1" fmla="*/ 794 h 203200"/>
                  <a:gd name="connsiteX2" fmla="*/ 102394 w 508000"/>
                  <a:gd name="connsiteY2" fmla="*/ 794 h 203200"/>
                  <a:gd name="connsiteX3" fmla="*/ 794 w 508000"/>
                  <a:gd name="connsiteY3" fmla="*/ 102394 h 203200"/>
                  <a:gd name="connsiteX4" fmla="*/ 794 w 508000"/>
                  <a:gd name="connsiteY4" fmla="*/ 203994 h 203200"/>
                  <a:gd name="connsiteX5" fmla="*/ 407194 w 508000"/>
                  <a:gd name="connsiteY5" fmla="*/ 203994 h 203200"/>
                  <a:gd name="connsiteX6" fmla="*/ 508794 w 508000"/>
                  <a:gd name="connsiteY6" fmla="*/ 203994 h 203200"/>
                  <a:gd name="connsiteX7" fmla="*/ 407194 w 508000"/>
                  <a:gd name="connsiteY7" fmla="*/ 102394 h 203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8000" h="203200">
                    <a:moveTo>
                      <a:pt x="407194" y="102394"/>
                    </a:moveTo>
                    <a:cubicBezTo>
                      <a:pt x="407194" y="46282"/>
                      <a:pt x="361706" y="794"/>
                      <a:pt x="305594" y="794"/>
                    </a:cubicBezTo>
                    <a:lnTo>
                      <a:pt x="102394" y="794"/>
                    </a:lnTo>
                    <a:cubicBezTo>
                      <a:pt x="46282" y="794"/>
                      <a:pt x="794" y="46282"/>
                      <a:pt x="794" y="102394"/>
                    </a:cubicBezTo>
                    <a:lnTo>
                      <a:pt x="794" y="203994"/>
                    </a:lnTo>
                    <a:lnTo>
                      <a:pt x="407194" y="203994"/>
                    </a:lnTo>
                    <a:lnTo>
                      <a:pt x="508794" y="203994"/>
                    </a:lnTo>
                    <a:cubicBezTo>
                      <a:pt x="452682" y="203994"/>
                      <a:pt x="407194" y="158506"/>
                      <a:pt x="407194" y="102394"/>
                    </a:cubicBezTo>
                    <a:close/>
                  </a:path>
                </a:pathLst>
              </a:custGeom>
              <a:solidFill>
                <a:srgbClr val="1E81CE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2" name="PA-任意多边形 5885">
                <a:extLst>
                  <a:ext uri="{FF2B5EF4-FFF2-40B4-BE49-F238E27FC236}">
                    <a16:creationId xmlns:a16="http://schemas.microsoft.com/office/drawing/2014/main" id="{C465869F-E595-418D-98D8-FE9CB44E7DF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12216606" y="7587456"/>
                <a:ext cx="1473200" cy="508000"/>
              </a:xfrm>
              <a:custGeom>
                <a:avLst/>
                <a:gdLst>
                  <a:gd name="connsiteX0" fmla="*/ 794 w 1473200"/>
                  <a:gd name="connsiteY0" fmla="*/ 508794 h 508000"/>
                  <a:gd name="connsiteX1" fmla="*/ 794 w 1473200"/>
                  <a:gd name="connsiteY1" fmla="*/ 102394 h 508000"/>
                  <a:gd name="connsiteX2" fmla="*/ 813594 w 1473200"/>
                  <a:gd name="connsiteY2" fmla="*/ 102394 h 508000"/>
                  <a:gd name="connsiteX3" fmla="*/ 813594 w 1473200"/>
                  <a:gd name="connsiteY3" fmla="*/ 794 h 508000"/>
                  <a:gd name="connsiteX4" fmla="*/ 1118394 w 1473200"/>
                  <a:gd name="connsiteY4" fmla="*/ 794 h 508000"/>
                  <a:gd name="connsiteX5" fmla="*/ 1118394 w 1473200"/>
                  <a:gd name="connsiteY5" fmla="*/ 102394 h 508000"/>
                  <a:gd name="connsiteX6" fmla="*/ 1473994 w 1473200"/>
                  <a:gd name="connsiteY6" fmla="*/ 102394 h 508000"/>
                  <a:gd name="connsiteX7" fmla="*/ 1473994 w 1473200"/>
                  <a:gd name="connsiteY7" fmla="*/ 508794 h 50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73200" h="508000">
                    <a:moveTo>
                      <a:pt x="794" y="508794"/>
                    </a:moveTo>
                    <a:lnTo>
                      <a:pt x="794" y="102394"/>
                    </a:lnTo>
                    <a:lnTo>
                      <a:pt x="813594" y="102394"/>
                    </a:lnTo>
                    <a:lnTo>
                      <a:pt x="813594" y="794"/>
                    </a:lnTo>
                    <a:lnTo>
                      <a:pt x="1118394" y="794"/>
                    </a:lnTo>
                    <a:lnTo>
                      <a:pt x="1118394" y="102394"/>
                    </a:lnTo>
                    <a:lnTo>
                      <a:pt x="1473994" y="102394"/>
                    </a:lnTo>
                    <a:lnTo>
                      <a:pt x="1473994" y="508794"/>
                    </a:lnTo>
                    <a:close/>
                  </a:path>
                </a:pathLst>
              </a:custGeom>
              <a:solidFill>
                <a:srgbClr val="FFD422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3" name="PA-任意多边形 5886">
                <a:extLst>
                  <a:ext uri="{FF2B5EF4-FFF2-40B4-BE49-F238E27FC236}">
                    <a16:creationId xmlns:a16="http://schemas.microsoft.com/office/drawing/2014/main" id="{B41F3C30-59FB-4B90-9F43-2D1BB0CB9C8A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12419806" y="6977856"/>
                <a:ext cx="457200" cy="152400"/>
              </a:xfrm>
              <a:custGeom>
                <a:avLst/>
                <a:gdLst>
                  <a:gd name="connsiteX0" fmla="*/ 407194 w 457200"/>
                  <a:gd name="connsiteY0" fmla="*/ 794 h 152400"/>
                  <a:gd name="connsiteX1" fmla="*/ 407194 w 457200"/>
                  <a:gd name="connsiteY1" fmla="*/ 102394 h 152400"/>
                  <a:gd name="connsiteX2" fmla="*/ 794 w 457200"/>
                  <a:gd name="connsiteY2" fmla="*/ 102394 h 152400"/>
                  <a:gd name="connsiteX3" fmla="*/ 794 w 457200"/>
                  <a:gd name="connsiteY3" fmla="*/ 153194 h 152400"/>
                  <a:gd name="connsiteX4" fmla="*/ 457994 w 457200"/>
                  <a:gd name="connsiteY4" fmla="*/ 153194 h 152400"/>
                  <a:gd name="connsiteX5" fmla="*/ 457994 w 457200"/>
                  <a:gd name="connsiteY5" fmla="*/ 794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57200" h="152400">
                    <a:moveTo>
                      <a:pt x="407194" y="794"/>
                    </a:moveTo>
                    <a:lnTo>
                      <a:pt x="407194" y="102394"/>
                    </a:lnTo>
                    <a:lnTo>
                      <a:pt x="794" y="102394"/>
                    </a:lnTo>
                    <a:lnTo>
                      <a:pt x="794" y="153194"/>
                    </a:lnTo>
                    <a:lnTo>
                      <a:pt x="457994" y="153194"/>
                    </a:lnTo>
                    <a:lnTo>
                      <a:pt x="457994" y="794"/>
                    </a:lnTo>
                    <a:close/>
                  </a:path>
                </a:pathLst>
              </a:custGeom>
              <a:solidFill>
                <a:srgbClr val="1C313D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4" name="PA-任意多边形 5887">
                <a:extLst>
                  <a:ext uri="{FF2B5EF4-FFF2-40B4-BE49-F238E27FC236}">
                    <a16:creationId xmlns:a16="http://schemas.microsoft.com/office/drawing/2014/main" id="{BD6CDDBA-56FA-43E3-8EB9-24F07FF602C5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12419806" y="6977856"/>
                <a:ext cx="406400" cy="101600"/>
              </a:xfrm>
              <a:custGeom>
                <a:avLst/>
                <a:gdLst>
                  <a:gd name="connsiteX0" fmla="*/ 794 w 406400"/>
                  <a:gd name="connsiteY0" fmla="*/ 794 h 101600"/>
                  <a:gd name="connsiteX1" fmla="*/ 407194 w 406400"/>
                  <a:gd name="connsiteY1" fmla="*/ 794 h 101600"/>
                  <a:gd name="connsiteX2" fmla="*/ 407194 w 406400"/>
                  <a:gd name="connsiteY2" fmla="*/ 102394 h 101600"/>
                  <a:gd name="connsiteX3" fmla="*/ 794 w 406400"/>
                  <a:gd name="connsiteY3" fmla="*/ 102394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400" h="101600">
                    <a:moveTo>
                      <a:pt x="794" y="794"/>
                    </a:moveTo>
                    <a:lnTo>
                      <a:pt x="407194" y="794"/>
                    </a:lnTo>
                    <a:lnTo>
                      <a:pt x="407194" y="102394"/>
                    </a:lnTo>
                    <a:lnTo>
                      <a:pt x="794" y="102394"/>
                    </a:lnTo>
                    <a:close/>
                  </a:path>
                </a:pathLst>
              </a:custGeom>
              <a:solidFill>
                <a:srgbClr val="05485A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5" name="PA-任意多边形 5888">
                <a:extLst>
                  <a:ext uri="{FF2B5EF4-FFF2-40B4-BE49-F238E27FC236}">
                    <a16:creationId xmlns:a16="http://schemas.microsoft.com/office/drawing/2014/main" id="{2724F92E-3A5F-42BD-8EF1-F017D08FDB24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12597606" y="7130256"/>
                <a:ext cx="101600" cy="76200"/>
              </a:xfrm>
              <a:custGeom>
                <a:avLst/>
                <a:gdLst>
                  <a:gd name="connsiteX0" fmla="*/ 794 w 101600"/>
                  <a:gd name="connsiteY0" fmla="*/ 794 h 76200"/>
                  <a:gd name="connsiteX1" fmla="*/ 102394 w 101600"/>
                  <a:gd name="connsiteY1" fmla="*/ 794 h 76200"/>
                  <a:gd name="connsiteX2" fmla="*/ 102394 w 101600"/>
                  <a:gd name="connsiteY2" fmla="*/ 76994 h 76200"/>
                  <a:gd name="connsiteX3" fmla="*/ 794 w 101600"/>
                  <a:gd name="connsiteY3" fmla="*/ 7699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600" h="76200">
                    <a:moveTo>
                      <a:pt x="794" y="794"/>
                    </a:moveTo>
                    <a:lnTo>
                      <a:pt x="102394" y="794"/>
                    </a:lnTo>
                    <a:lnTo>
                      <a:pt x="102394" y="76994"/>
                    </a:lnTo>
                    <a:lnTo>
                      <a:pt x="794" y="76994"/>
                    </a:lnTo>
                    <a:close/>
                  </a:path>
                </a:pathLst>
              </a:custGeom>
              <a:solidFill>
                <a:srgbClr val="D4C8B8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6" name="PA-任意多边形 5889">
                <a:extLst>
                  <a:ext uri="{FF2B5EF4-FFF2-40B4-BE49-F238E27FC236}">
                    <a16:creationId xmlns:a16="http://schemas.microsoft.com/office/drawing/2014/main" id="{5DD872F3-4992-4B22-B98D-74A9A801A167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13053219" y="7763669"/>
                <a:ext cx="53975" cy="53975"/>
              </a:xfrm>
              <a:custGeom>
                <a:avLst/>
                <a:gdLst>
                  <a:gd name="connsiteX0" fmla="*/ 2381 w 53975"/>
                  <a:gd name="connsiteY0" fmla="*/ 2381 h 53975"/>
                  <a:gd name="connsiteX1" fmla="*/ 53181 w 53975"/>
                  <a:gd name="connsiteY1" fmla="*/ 2381 h 53975"/>
                  <a:gd name="connsiteX2" fmla="*/ 53181 w 53975"/>
                  <a:gd name="connsiteY2" fmla="*/ 53181 h 53975"/>
                  <a:gd name="connsiteX3" fmla="*/ 2381 w 539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539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5AAA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7" name="PA-任意多边形 5890">
                <a:extLst>
                  <a:ext uri="{FF2B5EF4-FFF2-40B4-BE49-F238E27FC236}">
                    <a16:creationId xmlns:a16="http://schemas.microsoft.com/office/drawing/2014/main" id="{B5837F8C-DE33-41DF-BFCF-8AAF46CA2245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13053219" y="7865269"/>
                <a:ext cx="53975" cy="53975"/>
              </a:xfrm>
              <a:custGeom>
                <a:avLst/>
                <a:gdLst>
                  <a:gd name="connsiteX0" fmla="*/ 2381 w 53975"/>
                  <a:gd name="connsiteY0" fmla="*/ 2381 h 53975"/>
                  <a:gd name="connsiteX1" fmla="*/ 53181 w 53975"/>
                  <a:gd name="connsiteY1" fmla="*/ 2381 h 53975"/>
                  <a:gd name="connsiteX2" fmla="*/ 53181 w 53975"/>
                  <a:gd name="connsiteY2" fmla="*/ 53181 h 53975"/>
                  <a:gd name="connsiteX3" fmla="*/ 2381 w 539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539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5AAA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8" name="PA-任意多边形 5891">
                <a:extLst>
                  <a:ext uri="{FF2B5EF4-FFF2-40B4-BE49-F238E27FC236}">
                    <a16:creationId xmlns:a16="http://schemas.microsoft.com/office/drawing/2014/main" id="{FA79A314-D0F2-46A6-AA00-CBC4B5CE59A9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13053219" y="7966869"/>
                <a:ext cx="53975" cy="53975"/>
              </a:xfrm>
              <a:custGeom>
                <a:avLst/>
                <a:gdLst>
                  <a:gd name="connsiteX0" fmla="*/ 2381 w 53975"/>
                  <a:gd name="connsiteY0" fmla="*/ 2381 h 53975"/>
                  <a:gd name="connsiteX1" fmla="*/ 53181 w 53975"/>
                  <a:gd name="connsiteY1" fmla="*/ 2381 h 53975"/>
                  <a:gd name="connsiteX2" fmla="*/ 53181 w 53975"/>
                  <a:gd name="connsiteY2" fmla="*/ 53181 h 53975"/>
                  <a:gd name="connsiteX3" fmla="*/ 2381 w 539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539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5AAA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9" name="PA-任意多边形 5892">
                <a:extLst>
                  <a:ext uri="{FF2B5EF4-FFF2-40B4-BE49-F238E27FC236}">
                    <a16:creationId xmlns:a16="http://schemas.microsoft.com/office/drawing/2014/main" id="{3A9E54A7-ED7C-4796-A84C-FC3A9456ADE0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13154819" y="7763669"/>
                <a:ext cx="53975" cy="53975"/>
              </a:xfrm>
              <a:custGeom>
                <a:avLst/>
                <a:gdLst>
                  <a:gd name="connsiteX0" fmla="*/ 2381 w 53975"/>
                  <a:gd name="connsiteY0" fmla="*/ 2381 h 53975"/>
                  <a:gd name="connsiteX1" fmla="*/ 53181 w 53975"/>
                  <a:gd name="connsiteY1" fmla="*/ 2381 h 53975"/>
                  <a:gd name="connsiteX2" fmla="*/ 53181 w 53975"/>
                  <a:gd name="connsiteY2" fmla="*/ 53181 h 53975"/>
                  <a:gd name="connsiteX3" fmla="*/ 2381 w 539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539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5AAA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10" name="PA-任意多边形 5893">
                <a:extLst>
                  <a:ext uri="{FF2B5EF4-FFF2-40B4-BE49-F238E27FC236}">
                    <a16:creationId xmlns:a16="http://schemas.microsoft.com/office/drawing/2014/main" id="{39BE2648-0BA3-4741-BD16-2A0A2EA6F42C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13154819" y="7865269"/>
                <a:ext cx="53975" cy="53975"/>
              </a:xfrm>
              <a:custGeom>
                <a:avLst/>
                <a:gdLst>
                  <a:gd name="connsiteX0" fmla="*/ 2381 w 53975"/>
                  <a:gd name="connsiteY0" fmla="*/ 2381 h 53975"/>
                  <a:gd name="connsiteX1" fmla="*/ 53181 w 53975"/>
                  <a:gd name="connsiteY1" fmla="*/ 2381 h 53975"/>
                  <a:gd name="connsiteX2" fmla="*/ 53181 w 53975"/>
                  <a:gd name="connsiteY2" fmla="*/ 53181 h 53975"/>
                  <a:gd name="connsiteX3" fmla="*/ 2381 w 539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539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5AAA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11" name="PA-任意多边形 5894">
                <a:extLst>
                  <a:ext uri="{FF2B5EF4-FFF2-40B4-BE49-F238E27FC236}">
                    <a16:creationId xmlns:a16="http://schemas.microsoft.com/office/drawing/2014/main" id="{AEB68A27-C90C-4F4A-ADC0-22F85461488F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13154819" y="7966869"/>
                <a:ext cx="155575" cy="53975"/>
              </a:xfrm>
              <a:custGeom>
                <a:avLst/>
                <a:gdLst>
                  <a:gd name="connsiteX0" fmla="*/ 2381 w 155575"/>
                  <a:gd name="connsiteY0" fmla="*/ 2381 h 53975"/>
                  <a:gd name="connsiteX1" fmla="*/ 154781 w 155575"/>
                  <a:gd name="connsiteY1" fmla="*/ 2381 h 53975"/>
                  <a:gd name="connsiteX2" fmla="*/ 154781 w 155575"/>
                  <a:gd name="connsiteY2" fmla="*/ 53181 h 53975"/>
                  <a:gd name="connsiteX3" fmla="*/ 2381 w 1555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5575" h="53975">
                    <a:moveTo>
                      <a:pt x="2381" y="2381"/>
                    </a:moveTo>
                    <a:lnTo>
                      <a:pt x="154781" y="2381"/>
                    </a:lnTo>
                    <a:lnTo>
                      <a:pt x="1547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5AAA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12" name="PA-任意多边形 5895">
                <a:extLst>
                  <a:ext uri="{FF2B5EF4-FFF2-40B4-BE49-F238E27FC236}">
                    <a16:creationId xmlns:a16="http://schemas.microsoft.com/office/drawing/2014/main" id="{C7E4B405-27CB-49D6-B317-871900AD01B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13256419" y="7763669"/>
                <a:ext cx="53975" cy="53975"/>
              </a:xfrm>
              <a:custGeom>
                <a:avLst/>
                <a:gdLst>
                  <a:gd name="connsiteX0" fmla="*/ 2381 w 53975"/>
                  <a:gd name="connsiteY0" fmla="*/ 2381 h 53975"/>
                  <a:gd name="connsiteX1" fmla="*/ 53181 w 53975"/>
                  <a:gd name="connsiteY1" fmla="*/ 2381 h 53975"/>
                  <a:gd name="connsiteX2" fmla="*/ 53181 w 53975"/>
                  <a:gd name="connsiteY2" fmla="*/ 53181 h 53975"/>
                  <a:gd name="connsiteX3" fmla="*/ 2381 w 539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539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5AAA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13" name="PA-任意多边形 5896">
                <a:extLst>
                  <a:ext uri="{FF2B5EF4-FFF2-40B4-BE49-F238E27FC236}">
                    <a16:creationId xmlns:a16="http://schemas.microsoft.com/office/drawing/2014/main" id="{C640023B-E8F4-42A0-BA30-A6584D02DE5D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13256419" y="7865269"/>
                <a:ext cx="53975" cy="53975"/>
              </a:xfrm>
              <a:custGeom>
                <a:avLst/>
                <a:gdLst>
                  <a:gd name="connsiteX0" fmla="*/ 2381 w 53975"/>
                  <a:gd name="connsiteY0" fmla="*/ 2381 h 53975"/>
                  <a:gd name="connsiteX1" fmla="*/ 53181 w 53975"/>
                  <a:gd name="connsiteY1" fmla="*/ 2381 h 53975"/>
                  <a:gd name="connsiteX2" fmla="*/ 53181 w 53975"/>
                  <a:gd name="connsiteY2" fmla="*/ 53181 h 53975"/>
                  <a:gd name="connsiteX3" fmla="*/ 2381 w 539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539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5AAA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14" name="PA-任意多边形 5897">
                <a:extLst>
                  <a:ext uri="{FF2B5EF4-FFF2-40B4-BE49-F238E27FC236}">
                    <a16:creationId xmlns:a16="http://schemas.microsoft.com/office/drawing/2014/main" id="{F8139ED2-81CD-4924-A313-9A81C6DE5CD8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13459619" y="7763669"/>
                <a:ext cx="53975" cy="53975"/>
              </a:xfrm>
              <a:custGeom>
                <a:avLst/>
                <a:gdLst>
                  <a:gd name="connsiteX0" fmla="*/ 2381 w 53975"/>
                  <a:gd name="connsiteY0" fmla="*/ 2381 h 53975"/>
                  <a:gd name="connsiteX1" fmla="*/ 53181 w 53975"/>
                  <a:gd name="connsiteY1" fmla="*/ 2381 h 53975"/>
                  <a:gd name="connsiteX2" fmla="*/ 53181 w 53975"/>
                  <a:gd name="connsiteY2" fmla="*/ 53181 h 53975"/>
                  <a:gd name="connsiteX3" fmla="*/ 2381 w 539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539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5AAA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15" name="PA-任意多边形 5898">
                <a:extLst>
                  <a:ext uri="{FF2B5EF4-FFF2-40B4-BE49-F238E27FC236}">
                    <a16:creationId xmlns:a16="http://schemas.microsoft.com/office/drawing/2014/main" id="{F6F2388C-DC56-4A83-84D7-33CB984F323A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13459619" y="7865269"/>
                <a:ext cx="53975" cy="53975"/>
              </a:xfrm>
              <a:custGeom>
                <a:avLst/>
                <a:gdLst>
                  <a:gd name="connsiteX0" fmla="*/ 2381 w 53975"/>
                  <a:gd name="connsiteY0" fmla="*/ 2381 h 53975"/>
                  <a:gd name="connsiteX1" fmla="*/ 53181 w 53975"/>
                  <a:gd name="connsiteY1" fmla="*/ 2381 h 53975"/>
                  <a:gd name="connsiteX2" fmla="*/ 53181 w 53975"/>
                  <a:gd name="connsiteY2" fmla="*/ 53181 h 53975"/>
                  <a:gd name="connsiteX3" fmla="*/ 2381 w 539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539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5AAA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16" name="PA-任意多边形 5899">
                <a:extLst>
                  <a:ext uri="{FF2B5EF4-FFF2-40B4-BE49-F238E27FC236}">
                    <a16:creationId xmlns:a16="http://schemas.microsoft.com/office/drawing/2014/main" id="{9E67BF87-A210-4DDD-8EFE-4637CFC5C6E9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13459619" y="7966869"/>
                <a:ext cx="53975" cy="53975"/>
              </a:xfrm>
              <a:custGeom>
                <a:avLst/>
                <a:gdLst>
                  <a:gd name="connsiteX0" fmla="*/ 2381 w 53975"/>
                  <a:gd name="connsiteY0" fmla="*/ 2381 h 53975"/>
                  <a:gd name="connsiteX1" fmla="*/ 53181 w 53975"/>
                  <a:gd name="connsiteY1" fmla="*/ 2381 h 53975"/>
                  <a:gd name="connsiteX2" fmla="*/ 53181 w 53975"/>
                  <a:gd name="connsiteY2" fmla="*/ 53181 h 53975"/>
                  <a:gd name="connsiteX3" fmla="*/ 2381 w 539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539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5AAA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17" name="PA-任意多边形 5900">
                <a:extLst>
                  <a:ext uri="{FF2B5EF4-FFF2-40B4-BE49-F238E27FC236}">
                    <a16:creationId xmlns:a16="http://schemas.microsoft.com/office/drawing/2014/main" id="{D006448E-B890-43B7-B6AF-923C508F61BB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13358019" y="7763669"/>
                <a:ext cx="53975" cy="53975"/>
              </a:xfrm>
              <a:custGeom>
                <a:avLst/>
                <a:gdLst>
                  <a:gd name="connsiteX0" fmla="*/ 2381 w 53975"/>
                  <a:gd name="connsiteY0" fmla="*/ 2381 h 53975"/>
                  <a:gd name="connsiteX1" fmla="*/ 53181 w 53975"/>
                  <a:gd name="connsiteY1" fmla="*/ 2381 h 53975"/>
                  <a:gd name="connsiteX2" fmla="*/ 53181 w 53975"/>
                  <a:gd name="connsiteY2" fmla="*/ 53181 h 53975"/>
                  <a:gd name="connsiteX3" fmla="*/ 2381 w 539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539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5AAA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18" name="PA-任意多边形 5901">
                <a:extLst>
                  <a:ext uri="{FF2B5EF4-FFF2-40B4-BE49-F238E27FC236}">
                    <a16:creationId xmlns:a16="http://schemas.microsoft.com/office/drawing/2014/main" id="{4A210206-C912-4956-B082-D4EA6C143C0B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13358019" y="7865269"/>
                <a:ext cx="53975" cy="53975"/>
              </a:xfrm>
              <a:custGeom>
                <a:avLst/>
                <a:gdLst>
                  <a:gd name="connsiteX0" fmla="*/ 2381 w 53975"/>
                  <a:gd name="connsiteY0" fmla="*/ 2381 h 53975"/>
                  <a:gd name="connsiteX1" fmla="*/ 53181 w 53975"/>
                  <a:gd name="connsiteY1" fmla="*/ 2381 h 53975"/>
                  <a:gd name="connsiteX2" fmla="*/ 53181 w 53975"/>
                  <a:gd name="connsiteY2" fmla="*/ 53181 h 53975"/>
                  <a:gd name="connsiteX3" fmla="*/ 2381 w 539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539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5AAA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19" name="PA-任意多边形 5902">
                <a:extLst>
                  <a:ext uri="{FF2B5EF4-FFF2-40B4-BE49-F238E27FC236}">
                    <a16:creationId xmlns:a16="http://schemas.microsoft.com/office/drawing/2014/main" id="{95A998F8-9C8F-4395-BF68-9305BC6E7C99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13358019" y="7966869"/>
                <a:ext cx="53975" cy="53975"/>
              </a:xfrm>
              <a:custGeom>
                <a:avLst/>
                <a:gdLst>
                  <a:gd name="connsiteX0" fmla="*/ 2381 w 53975"/>
                  <a:gd name="connsiteY0" fmla="*/ 2381 h 53975"/>
                  <a:gd name="connsiteX1" fmla="*/ 53181 w 53975"/>
                  <a:gd name="connsiteY1" fmla="*/ 2381 h 53975"/>
                  <a:gd name="connsiteX2" fmla="*/ 53181 w 53975"/>
                  <a:gd name="connsiteY2" fmla="*/ 53181 h 53975"/>
                  <a:gd name="connsiteX3" fmla="*/ 2381 w 539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539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5AAA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20" name="PA-任意多边形 5903">
                <a:extLst>
                  <a:ext uri="{FF2B5EF4-FFF2-40B4-BE49-F238E27FC236}">
                    <a16:creationId xmlns:a16="http://schemas.microsoft.com/office/drawing/2014/main" id="{18F6C06F-E9C3-4EE5-A1CB-48A957251817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13561219" y="7763669"/>
                <a:ext cx="53975" cy="53975"/>
              </a:xfrm>
              <a:custGeom>
                <a:avLst/>
                <a:gdLst>
                  <a:gd name="connsiteX0" fmla="*/ 2381 w 53975"/>
                  <a:gd name="connsiteY0" fmla="*/ 2381 h 53975"/>
                  <a:gd name="connsiteX1" fmla="*/ 53181 w 53975"/>
                  <a:gd name="connsiteY1" fmla="*/ 2381 h 53975"/>
                  <a:gd name="connsiteX2" fmla="*/ 53181 w 53975"/>
                  <a:gd name="connsiteY2" fmla="*/ 53181 h 53975"/>
                  <a:gd name="connsiteX3" fmla="*/ 2381 w 539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539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5AAA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21" name="PA-任意多边形 5904">
                <a:extLst>
                  <a:ext uri="{FF2B5EF4-FFF2-40B4-BE49-F238E27FC236}">
                    <a16:creationId xmlns:a16="http://schemas.microsoft.com/office/drawing/2014/main" id="{78620A7D-4D05-4186-9748-558B04865EFC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13561219" y="7865269"/>
                <a:ext cx="53975" cy="155575"/>
              </a:xfrm>
              <a:custGeom>
                <a:avLst/>
                <a:gdLst>
                  <a:gd name="connsiteX0" fmla="*/ 2381 w 53975"/>
                  <a:gd name="connsiteY0" fmla="*/ 2381 h 155575"/>
                  <a:gd name="connsiteX1" fmla="*/ 53181 w 53975"/>
                  <a:gd name="connsiteY1" fmla="*/ 2381 h 155575"/>
                  <a:gd name="connsiteX2" fmla="*/ 53181 w 53975"/>
                  <a:gd name="connsiteY2" fmla="*/ 154781 h 155575"/>
                  <a:gd name="connsiteX3" fmla="*/ 2381 w 53975"/>
                  <a:gd name="connsiteY3" fmla="*/ 154781 h 155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1555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154781"/>
                    </a:lnTo>
                    <a:lnTo>
                      <a:pt x="2381" y="154781"/>
                    </a:lnTo>
                    <a:close/>
                  </a:path>
                </a:pathLst>
              </a:custGeom>
              <a:solidFill>
                <a:srgbClr val="5AAA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22" name="PA-任意多边形 5905">
                <a:extLst>
                  <a:ext uri="{FF2B5EF4-FFF2-40B4-BE49-F238E27FC236}">
                    <a16:creationId xmlns:a16="http://schemas.microsoft.com/office/drawing/2014/main" id="{0E0587E2-E9A6-4384-AD7D-4D7D79E86536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12318206" y="7790656"/>
                <a:ext cx="660400" cy="482600"/>
              </a:xfrm>
              <a:custGeom>
                <a:avLst/>
                <a:gdLst>
                  <a:gd name="connsiteX0" fmla="*/ 794 w 660400"/>
                  <a:gd name="connsiteY0" fmla="*/ 483394 h 482600"/>
                  <a:gd name="connsiteX1" fmla="*/ 794 w 660400"/>
                  <a:gd name="connsiteY1" fmla="*/ 794 h 482600"/>
                  <a:gd name="connsiteX2" fmla="*/ 51594 w 660400"/>
                  <a:gd name="connsiteY2" fmla="*/ 794 h 482600"/>
                  <a:gd name="connsiteX3" fmla="*/ 610394 w 660400"/>
                  <a:gd name="connsiteY3" fmla="*/ 794 h 482600"/>
                  <a:gd name="connsiteX4" fmla="*/ 661194 w 660400"/>
                  <a:gd name="connsiteY4" fmla="*/ 794 h 482600"/>
                  <a:gd name="connsiteX5" fmla="*/ 661194 w 660400"/>
                  <a:gd name="connsiteY5" fmla="*/ 483394 h 482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60400" h="482600">
                    <a:moveTo>
                      <a:pt x="794" y="483394"/>
                    </a:moveTo>
                    <a:lnTo>
                      <a:pt x="794" y="794"/>
                    </a:lnTo>
                    <a:lnTo>
                      <a:pt x="51594" y="794"/>
                    </a:lnTo>
                    <a:lnTo>
                      <a:pt x="610394" y="794"/>
                    </a:lnTo>
                    <a:lnTo>
                      <a:pt x="661194" y="794"/>
                    </a:lnTo>
                    <a:lnTo>
                      <a:pt x="661194" y="483394"/>
                    </a:lnTo>
                    <a:close/>
                  </a:path>
                </a:pathLst>
              </a:custGeom>
              <a:solidFill>
                <a:srgbClr val="D4C8B8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23" name="PA-任意多边形 5906">
                <a:extLst>
                  <a:ext uri="{FF2B5EF4-FFF2-40B4-BE49-F238E27FC236}">
                    <a16:creationId xmlns:a16="http://schemas.microsoft.com/office/drawing/2014/main" id="{5F0176CD-F638-432A-8A3D-5CDBC10B3FA9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12445206" y="7282656"/>
                <a:ext cx="406400" cy="711200"/>
              </a:xfrm>
              <a:custGeom>
                <a:avLst/>
                <a:gdLst>
                  <a:gd name="connsiteX0" fmla="*/ 407194 w 406400"/>
                  <a:gd name="connsiteY0" fmla="*/ 356394 h 711200"/>
                  <a:gd name="connsiteX1" fmla="*/ 407194 w 406400"/>
                  <a:gd name="connsiteY1" fmla="*/ 711994 h 711200"/>
                  <a:gd name="connsiteX2" fmla="*/ 794 w 406400"/>
                  <a:gd name="connsiteY2" fmla="*/ 711994 h 711200"/>
                  <a:gd name="connsiteX3" fmla="*/ 794 w 406400"/>
                  <a:gd name="connsiteY3" fmla="*/ 356394 h 711200"/>
                  <a:gd name="connsiteX4" fmla="*/ 794 w 406400"/>
                  <a:gd name="connsiteY4" fmla="*/ 794 h 711200"/>
                  <a:gd name="connsiteX5" fmla="*/ 407194 w 406400"/>
                  <a:gd name="connsiteY5" fmla="*/ 794 h 711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6400" h="711200">
                    <a:moveTo>
                      <a:pt x="407194" y="356394"/>
                    </a:moveTo>
                    <a:lnTo>
                      <a:pt x="407194" y="711994"/>
                    </a:lnTo>
                    <a:lnTo>
                      <a:pt x="794" y="711994"/>
                    </a:lnTo>
                    <a:lnTo>
                      <a:pt x="794" y="356394"/>
                    </a:lnTo>
                    <a:lnTo>
                      <a:pt x="794" y="794"/>
                    </a:lnTo>
                    <a:lnTo>
                      <a:pt x="407194" y="794"/>
                    </a:lnTo>
                    <a:close/>
                  </a:path>
                </a:pathLst>
              </a:custGeom>
              <a:solidFill>
                <a:srgbClr val="5EAC24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24" name="PA-任意多边形 5907">
                <a:extLst>
                  <a:ext uri="{FF2B5EF4-FFF2-40B4-BE49-F238E27FC236}">
                    <a16:creationId xmlns:a16="http://schemas.microsoft.com/office/drawing/2014/main" id="{B74DA6A9-AC81-43EE-97FF-F4208A02DA2E}"/>
                  </a:ext>
                </a:extLst>
              </p:cNvPr>
              <p:cNvSpPr/>
              <p:nvPr>
                <p:custDataLst>
                  <p:tags r:id="rId58"/>
                </p:custDataLst>
              </p:nvPr>
            </p:nvSpPr>
            <p:spPr>
              <a:xfrm>
                <a:off x="12318206" y="8349456"/>
                <a:ext cx="660400" cy="101600"/>
              </a:xfrm>
              <a:custGeom>
                <a:avLst/>
                <a:gdLst>
                  <a:gd name="connsiteX0" fmla="*/ 794 w 660400"/>
                  <a:gd name="connsiteY0" fmla="*/ 794 h 101600"/>
                  <a:gd name="connsiteX1" fmla="*/ 661194 w 660400"/>
                  <a:gd name="connsiteY1" fmla="*/ 794 h 101600"/>
                  <a:gd name="connsiteX2" fmla="*/ 661194 w 660400"/>
                  <a:gd name="connsiteY2" fmla="*/ 102394 h 101600"/>
                  <a:gd name="connsiteX3" fmla="*/ 794 w 660400"/>
                  <a:gd name="connsiteY3" fmla="*/ 102394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400" h="101600">
                    <a:moveTo>
                      <a:pt x="794" y="794"/>
                    </a:moveTo>
                    <a:lnTo>
                      <a:pt x="661194" y="794"/>
                    </a:lnTo>
                    <a:lnTo>
                      <a:pt x="661194" y="102394"/>
                    </a:lnTo>
                    <a:lnTo>
                      <a:pt x="794" y="102394"/>
                    </a:lnTo>
                    <a:close/>
                  </a:path>
                </a:pathLst>
              </a:custGeom>
              <a:solidFill>
                <a:srgbClr val="EBE5DD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25" name="PA-任意多边形 5908">
                <a:extLst>
                  <a:ext uri="{FF2B5EF4-FFF2-40B4-BE49-F238E27FC236}">
                    <a16:creationId xmlns:a16="http://schemas.microsoft.com/office/drawing/2014/main" id="{BAD8D940-F815-4F8C-963F-E9A48C3B25A7}"/>
                  </a:ext>
                </a:extLst>
              </p:cNvPr>
              <p:cNvSpPr/>
              <p:nvPr>
                <p:custDataLst>
                  <p:tags r:id="rId59"/>
                </p:custDataLst>
              </p:nvPr>
            </p:nvSpPr>
            <p:spPr>
              <a:xfrm>
                <a:off x="12521406" y="8070056"/>
                <a:ext cx="254000" cy="177800"/>
              </a:xfrm>
              <a:custGeom>
                <a:avLst/>
                <a:gdLst>
                  <a:gd name="connsiteX0" fmla="*/ 76994 w 254000"/>
                  <a:gd name="connsiteY0" fmla="*/ 794 h 177800"/>
                  <a:gd name="connsiteX1" fmla="*/ 76994 w 254000"/>
                  <a:gd name="connsiteY1" fmla="*/ 51594 h 177800"/>
                  <a:gd name="connsiteX2" fmla="*/ 794 w 254000"/>
                  <a:gd name="connsiteY2" fmla="*/ 51594 h 177800"/>
                  <a:gd name="connsiteX3" fmla="*/ 127794 w 254000"/>
                  <a:gd name="connsiteY3" fmla="*/ 178594 h 177800"/>
                  <a:gd name="connsiteX4" fmla="*/ 254794 w 254000"/>
                  <a:gd name="connsiteY4" fmla="*/ 51594 h 177800"/>
                  <a:gd name="connsiteX5" fmla="*/ 178594 w 254000"/>
                  <a:gd name="connsiteY5" fmla="*/ 51594 h 177800"/>
                  <a:gd name="connsiteX6" fmla="*/ 178594 w 254000"/>
                  <a:gd name="connsiteY6" fmla="*/ 794 h 177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4000" h="177800">
                    <a:moveTo>
                      <a:pt x="76994" y="794"/>
                    </a:moveTo>
                    <a:lnTo>
                      <a:pt x="76994" y="51594"/>
                    </a:lnTo>
                    <a:lnTo>
                      <a:pt x="794" y="51594"/>
                    </a:lnTo>
                    <a:lnTo>
                      <a:pt x="127794" y="178594"/>
                    </a:lnTo>
                    <a:lnTo>
                      <a:pt x="254794" y="51594"/>
                    </a:lnTo>
                    <a:lnTo>
                      <a:pt x="178594" y="51594"/>
                    </a:lnTo>
                    <a:lnTo>
                      <a:pt x="178594" y="794"/>
                    </a:lnTo>
                    <a:close/>
                  </a:path>
                </a:pathLst>
              </a:custGeom>
              <a:solidFill>
                <a:srgbClr val="F40E34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26" name="PA-任意多边形 5909">
                <a:extLst>
                  <a:ext uri="{FF2B5EF4-FFF2-40B4-BE49-F238E27FC236}">
                    <a16:creationId xmlns:a16="http://schemas.microsoft.com/office/drawing/2014/main" id="{AF510A82-EDC6-4B22-BA72-0D25E0E5C265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13078619" y="7204869"/>
                <a:ext cx="206375" cy="384175"/>
              </a:xfrm>
              <a:custGeom>
                <a:avLst/>
                <a:gdLst>
                  <a:gd name="connsiteX0" fmla="*/ 205581 w 206375"/>
                  <a:gd name="connsiteY0" fmla="*/ 2381 h 384175"/>
                  <a:gd name="connsiteX1" fmla="*/ 103981 w 206375"/>
                  <a:gd name="connsiteY1" fmla="*/ 2381 h 384175"/>
                  <a:gd name="connsiteX2" fmla="*/ 2381 w 206375"/>
                  <a:gd name="connsiteY2" fmla="*/ 103981 h 384175"/>
                  <a:gd name="connsiteX3" fmla="*/ 2381 w 206375"/>
                  <a:gd name="connsiteY3" fmla="*/ 383381 h 384175"/>
                  <a:gd name="connsiteX4" fmla="*/ 205581 w 206375"/>
                  <a:gd name="connsiteY4" fmla="*/ 383381 h 384175"/>
                  <a:gd name="connsiteX5" fmla="*/ 205581 w 206375"/>
                  <a:gd name="connsiteY5" fmla="*/ 2381 h 384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6375" h="384175">
                    <a:moveTo>
                      <a:pt x="205581" y="2381"/>
                    </a:moveTo>
                    <a:lnTo>
                      <a:pt x="103981" y="2381"/>
                    </a:lnTo>
                    <a:cubicBezTo>
                      <a:pt x="47869" y="2381"/>
                      <a:pt x="2381" y="47869"/>
                      <a:pt x="2381" y="103981"/>
                    </a:cubicBezTo>
                    <a:lnTo>
                      <a:pt x="2381" y="383381"/>
                    </a:lnTo>
                    <a:lnTo>
                      <a:pt x="205581" y="383381"/>
                    </a:lnTo>
                    <a:lnTo>
                      <a:pt x="205581" y="2381"/>
                    </a:lnTo>
                    <a:close/>
                  </a:path>
                </a:pathLst>
              </a:custGeom>
              <a:solidFill>
                <a:srgbClr val="5AAA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27" name="PA-任意多边形 5910">
                <a:extLst>
                  <a:ext uri="{FF2B5EF4-FFF2-40B4-BE49-F238E27FC236}">
                    <a16:creationId xmlns:a16="http://schemas.microsoft.com/office/drawing/2014/main" id="{185A4E90-FE5F-4CC4-A905-B649529BA6FB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13281819" y="7204869"/>
                <a:ext cx="104775" cy="104775"/>
              </a:xfrm>
              <a:custGeom>
                <a:avLst/>
                <a:gdLst>
                  <a:gd name="connsiteX0" fmla="*/ 2381 w 104775"/>
                  <a:gd name="connsiteY0" fmla="*/ 103981 h 104775"/>
                  <a:gd name="connsiteX1" fmla="*/ 2381 w 104775"/>
                  <a:gd name="connsiteY1" fmla="*/ 103981 h 104775"/>
                  <a:gd name="connsiteX2" fmla="*/ 2381 w 104775"/>
                  <a:gd name="connsiteY2" fmla="*/ 2381 h 104775"/>
                  <a:gd name="connsiteX3" fmla="*/ 103981 w 104775"/>
                  <a:gd name="connsiteY3" fmla="*/ 2381 h 104775"/>
                  <a:gd name="connsiteX4" fmla="*/ 103981 w 104775"/>
                  <a:gd name="connsiteY4" fmla="*/ 2381 h 104775"/>
                  <a:gd name="connsiteX5" fmla="*/ 2381 w 104775"/>
                  <a:gd name="connsiteY5" fmla="*/ 10398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4775" h="104775">
                    <a:moveTo>
                      <a:pt x="2381" y="103981"/>
                    </a:moveTo>
                    <a:lnTo>
                      <a:pt x="2381" y="103981"/>
                    </a:lnTo>
                    <a:lnTo>
                      <a:pt x="2381" y="2381"/>
                    </a:lnTo>
                    <a:lnTo>
                      <a:pt x="103981" y="2381"/>
                    </a:lnTo>
                    <a:lnTo>
                      <a:pt x="103981" y="2381"/>
                    </a:lnTo>
                    <a:cubicBezTo>
                      <a:pt x="47869" y="2381"/>
                      <a:pt x="2381" y="47869"/>
                      <a:pt x="2381" y="103981"/>
                    </a:cubicBezTo>
                    <a:close/>
                  </a:path>
                </a:pathLst>
              </a:custGeom>
              <a:solidFill>
                <a:srgbClr val="5AAA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28" name="PA-任意多边形 5911">
                <a:extLst>
                  <a:ext uri="{FF2B5EF4-FFF2-40B4-BE49-F238E27FC236}">
                    <a16:creationId xmlns:a16="http://schemas.microsoft.com/office/drawing/2014/main" id="{40D04860-69C9-486D-9A6A-4522BDE067AB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12496006" y="7333456"/>
                <a:ext cx="304800" cy="609600"/>
              </a:xfrm>
              <a:custGeom>
                <a:avLst/>
                <a:gdLst>
                  <a:gd name="connsiteX0" fmla="*/ 794 w 304800"/>
                  <a:gd name="connsiteY0" fmla="*/ 794 h 609600"/>
                  <a:gd name="connsiteX1" fmla="*/ 305594 w 304800"/>
                  <a:gd name="connsiteY1" fmla="*/ 794 h 609600"/>
                  <a:gd name="connsiteX2" fmla="*/ 305594 w 304800"/>
                  <a:gd name="connsiteY2" fmla="*/ 610394 h 609600"/>
                  <a:gd name="connsiteX3" fmla="*/ 794 w 304800"/>
                  <a:gd name="connsiteY3" fmla="*/ 61039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800" h="609600">
                    <a:moveTo>
                      <a:pt x="794" y="794"/>
                    </a:moveTo>
                    <a:lnTo>
                      <a:pt x="305594" y="794"/>
                    </a:lnTo>
                    <a:lnTo>
                      <a:pt x="305594" y="610394"/>
                    </a:lnTo>
                    <a:lnTo>
                      <a:pt x="794" y="610394"/>
                    </a:lnTo>
                    <a:close/>
                  </a:path>
                </a:pathLst>
              </a:custGeom>
              <a:solidFill>
                <a:srgbClr val="69C229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29" name="PA-任意多边形 5912">
                <a:extLst>
                  <a:ext uri="{FF2B5EF4-FFF2-40B4-BE49-F238E27FC236}">
                    <a16:creationId xmlns:a16="http://schemas.microsoft.com/office/drawing/2014/main" id="{06FD13E1-B89F-4024-B895-00349C3934F9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12545219" y="7789069"/>
                <a:ext cx="206375" cy="104775"/>
              </a:xfrm>
              <a:custGeom>
                <a:avLst/>
                <a:gdLst>
                  <a:gd name="connsiteX0" fmla="*/ 205581 w 206375"/>
                  <a:gd name="connsiteY0" fmla="*/ 2381 h 104775"/>
                  <a:gd name="connsiteX1" fmla="*/ 205581 w 206375"/>
                  <a:gd name="connsiteY1" fmla="*/ 53181 h 104775"/>
                  <a:gd name="connsiteX2" fmla="*/ 154781 w 206375"/>
                  <a:gd name="connsiteY2" fmla="*/ 103981 h 104775"/>
                  <a:gd name="connsiteX3" fmla="*/ 103981 w 206375"/>
                  <a:gd name="connsiteY3" fmla="*/ 103981 h 104775"/>
                  <a:gd name="connsiteX4" fmla="*/ 53181 w 206375"/>
                  <a:gd name="connsiteY4" fmla="*/ 103981 h 104775"/>
                  <a:gd name="connsiteX5" fmla="*/ 2381 w 206375"/>
                  <a:gd name="connsiteY5" fmla="*/ 53181 h 104775"/>
                  <a:gd name="connsiteX6" fmla="*/ 2381 w 206375"/>
                  <a:gd name="connsiteY6" fmla="*/ 2381 h 104775"/>
                  <a:gd name="connsiteX7" fmla="*/ 205581 w 206375"/>
                  <a:gd name="connsiteY7" fmla="*/ 238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6375" h="104775">
                    <a:moveTo>
                      <a:pt x="205581" y="2381"/>
                    </a:moveTo>
                    <a:lnTo>
                      <a:pt x="205581" y="53181"/>
                    </a:lnTo>
                    <a:cubicBezTo>
                      <a:pt x="177524" y="53181"/>
                      <a:pt x="154781" y="75924"/>
                      <a:pt x="154781" y="103981"/>
                    </a:cubicBezTo>
                    <a:lnTo>
                      <a:pt x="103981" y="103981"/>
                    </a:lnTo>
                    <a:lnTo>
                      <a:pt x="53181" y="103981"/>
                    </a:lnTo>
                    <a:cubicBezTo>
                      <a:pt x="53181" y="75924"/>
                      <a:pt x="30439" y="53181"/>
                      <a:pt x="2381" y="53181"/>
                    </a:cubicBezTo>
                    <a:lnTo>
                      <a:pt x="2381" y="2381"/>
                    </a:lnTo>
                    <a:lnTo>
                      <a:pt x="205581" y="2381"/>
                    </a:lnTo>
                    <a:close/>
                  </a:path>
                </a:pathLst>
              </a:custGeom>
              <a:solidFill>
                <a:srgbClr val="5EAC2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30" name="PA-任意多边形 5913">
                <a:extLst>
                  <a:ext uri="{FF2B5EF4-FFF2-40B4-BE49-F238E27FC236}">
                    <a16:creationId xmlns:a16="http://schemas.microsoft.com/office/drawing/2014/main" id="{550F0FE2-B6BE-4007-AF91-D244461D01FB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12545219" y="7535069"/>
                <a:ext cx="206375" cy="206375"/>
              </a:xfrm>
              <a:custGeom>
                <a:avLst/>
                <a:gdLst>
                  <a:gd name="connsiteX0" fmla="*/ 205581 w 206375"/>
                  <a:gd name="connsiteY0" fmla="*/ 103981 h 206375"/>
                  <a:gd name="connsiteX1" fmla="*/ 103981 w 206375"/>
                  <a:gd name="connsiteY1" fmla="*/ 205581 h 206375"/>
                  <a:gd name="connsiteX2" fmla="*/ 2381 w 206375"/>
                  <a:gd name="connsiteY2" fmla="*/ 103981 h 206375"/>
                  <a:gd name="connsiteX3" fmla="*/ 103981 w 206375"/>
                  <a:gd name="connsiteY3" fmla="*/ 2381 h 206375"/>
                  <a:gd name="connsiteX4" fmla="*/ 205581 w 206375"/>
                  <a:gd name="connsiteY4" fmla="*/ 103981 h 206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375" h="206375">
                    <a:moveTo>
                      <a:pt x="205581" y="103981"/>
                    </a:moveTo>
                    <a:cubicBezTo>
                      <a:pt x="205581" y="160093"/>
                      <a:pt x="160093" y="205581"/>
                      <a:pt x="103981" y="205581"/>
                    </a:cubicBezTo>
                    <a:cubicBezTo>
                      <a:pt x="47869" y="205581"/>
                      <a:pt x="2381" y="160093"/>
                      <a:pt x="2381" y="103981"/>
                    </a:cubicBezTo>
                    <a:cubicBezTo>
                      <a:pt x="2381" y="47869"/>
                      <a:pt x="47869" y="2381"/>
                      <a:pt x="103981" y="2381"/>
                    </a:cubicBezTo>
                    <a:cubicBezTo>
                      <a:pt x="160093" y="2381"/>
                      <a:pt x="205581" y="47869"/>
                      <a:pt x="205581" y="103981"/>
                    </a:cubicBezTo>
                    <a:close/>
                  </a:path>
                </a:pathLst>
              </a:custGeom>
              <a:solidFill>
                <a:srgbClr val="5EAC2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31" name="PA-任意多边形 5914">
                <a:extLst>
                  <a:ext uri="{FF2B5EF4-FFF2-40B4-BE49-F238E27FC236}">
                    <a16:creationId xmlns:a16="http://schemas.microsoft.com/office/drawing/2014/main" id="{C7D21F60-5B80-4BAB-AAEF-50C2B703C922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12545219" y="7382669"/>
                <a:ext cx="206375" cy="104775"/>
              </a:xfrm>
              <a:custGeom>
                <a:avLst/>
                <a:gdLst>
                  <a:gd name="connsiteX0" fmla="*/ 205581 w 206375"/>
                  <a:gd name="connsiteY0" fmla="*/ 103981 h 104775"/>
                  <a:gd name="connsiteX1" fmla="*/ 205581 w 206375"/>
                  <a:gd name="connsiteY1" fmla="*/ 53181 h 104775"/>
                  <a:gd name="connsiteX2" fmla="*/ 154781 w 206375"/>
                  <a:gd name="connsiteY2" fmla="*/ 2381 h 104775"/>
                  <a:gd name="connsiteX3" fmla="*/ 103981 w 206375"/>
                  <a:gd name="connsiteY3" fmla="*/ 2381 h 104775"/>
                  <a:gd name="connsiteX4" fmla="*/ 53181 w 206375"/>
                  <a:gd name="connsiteY4" fmla="*/ 2381 h 104775"/>
                  <a:gd name="connsiteX5" fmla="*/ 2381 w 206375"/>
                  <a:gd name="connsiteY5" fmla="*/ 53181 h 104775"/>
                  <a:gd name="connsiteX6" fmla="*/ 2381 w 206375"/>
                  <a:gd name="connsiteY6" fmla="*/ 103981 h 104775"/>
                  <a:gd name="connsiteX7" fmla="*/ 205581 w 206375"/>
                  <a:gd name="connsiteY7" fmla="*/ 10398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6375" h="104775">
                    <a:moveTo>
                      <a:pt x="205581" y="103981"/>
                    </a:moveTo>
                    <a:lnTo>
                      <a:pt x="205581" y="53181"/>
                    </a:lnTo>
                    <a:cubicBezTo>
                      <a:pt x="177524" y="53181"/>
                      <a:pt x="154781" y="30439"/>
                      <a:pt x="154781" y="2381"/>
                    </a:cubicBezTo>
                    <a:lnTo>
                      <a:pt x="103981" y="2381"/>
                    </a:lnTo>
                    <a:lnTo>
                      <a:pt x="53181" y="2381"/>
                    </a:lnTo>
                    <a:cubicBezTo>
                      <a:pt x="53181" y="30439"/>
                      <a:pt x="30439" y="53181"/>
                      <a:pt x="2381" y="53181"/>
                    </a:cubicBezTo>
                    <a:lnTo>
                      <a:pt x="2381" y="103981"/>
                    </a:lnTo>
                    <a:lnTo>
                      <a:pt x="205581" y="103981"/>
                    </a:lnTo>
                    <a:close/>
                  </a:path>
                </a:pathLst>
              </a:custGeom>
              <a:solidFill>
                <a:srgbClr val="5EAC2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32" name="PA-任意多边形 5915">
                <a:extLst>
                  <a:ext uri="{FF2B5EF4-FFF2-40B4-BE49-F238E27FC236}">
                    <a16:creationId xmlns:a16="http://schemas.microsoft.com/office/drawing/2014/main" id="{623B8304-7C16-4D4D-BD6C-DD3800830A0D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13029406" y="7587456"/>
                <a:ext cx="304800" cy="101600"/>
              </a:xfrm>
              <a:custGeom>
                <a:avLst/>
                <a:gdLst>
                  <a:gd name="connsiteX0" fmla="*/ 794 w 304800"/>
                  <a:gd name="connsiteY0" fmla="*/ 794 h 101600"/>
                  <a:gd name="connsiteX1" fmla="*/ 305594 w 304800"/>
                  <a:gd name="connsiteY1" fmla="*/ 794 h 101600"/>
                  <a:gd name="connsiteX2" fmla="*/ 305594 w 304800"/>
                  <a:gd name="connsiteY2" fmla="*/ 102394 h 101600"/>
                  <a:gd name="connsiteX3" fmla="*/ 794 w 304800"/>
                  <a:gd name="connsiteY3" fmla="*/ 102394 h 10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800" h="101600">
                    <a:moveTo>
                      <a:pt x="794" y="794"/>
                    </a:moveTo>
                    <a:lnTo>
                      <a:pt x="305594" y="794"/>
                    </a:lnTo>
                    <a:lnTo>
                      <a:pt x="305594" y="102394"/>
                    </a:lnTo>
                    <a:lnTo>
                      <a:pt x="794" y="102394"/>
                    </a:lnTo>
                    <a:close/>
                  </a:path>
                </a:pathLst>
              </a:custGeom>
              <a:solidFill>
                <a:srgbClr val="E7B9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33" name="PA-任意多边形 5916">
                <a:extLst>
                  <a:ext uri="{FF2B5EF4-FFF2-40B4-BE49-F238E27FC236}">
                    <a16:creationId xmlns:a16="http://schemas.microsoft.com/office/drawing/2014/main" id="{8463A08F-E4E9-4537-84BF-CCEFD5CA8A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12672219" y="7027069"/>
                <a:ext cx="53975" cy="53975"/>
              </a:xfrm>
              <a:custGeom>
                <a:avLst/>
                <a:gdLst>
                  <a:gd name="connsiteX0" fmla="*/ 2381 w 53975"/>
                  <a:gd name="connsiteY0" fmla="*/ 2381 h 53975"/>
                  <a:gd name="connsiteX1" fmla="*/ 53181 w 53975"/>
                  <a:gd name="connsiteY1" fmla="*/ 2381 h 53975"/>
                  <a:gd name="connsiteX2" fmla="*/ 53181 w 53975"/>
                  <a:gd name="connsiteY2" fmla="*/ 53181 h 53975"/>
                  <a:gd name="connsiteX3" fmla="*/ 2381 w 539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539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FFD42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34" name="PA-任意多边形 5917">
                <a:extLst>
                  <a:ext uri="{FF2B5EF4-FFF2-40B4-BE49-F238E27FC236}">
                    <a16:creationId xmlns:a16="http://schemas.microsoft.com/office/drawing/2014/main" id="{BFCFF0E6-21A8-4A4C-B942-733505B04CA3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12570619" y="7027069"/>
                <a:ext cx="53975" cy="53975"/>
              </a:xfrm>
              <a:custGeom>
                <a:avLst/>
                <a:gdLst>
                  <a:gd name="connsiteX0" fmla="*/ 2381 w 53975"/>
                  <a:gd name="connsiteY0" fmla="*/ 2381 h 53975"/>
                  <a:gd name="connsiteX1" fmla="*/ 53181 w 53975"/>
                  <a:gd name="connsiteY1" fmla="*/ 2381 h 53975"/>
                  <a:gd name="connsiteX2" fmla="*/ 53181 w 53975"/>
                  <a:gd name="connsiteY2" fmla="*/ 53181 h 53975"/>
                  <a:gd name="connsiteX3" fmla="*/ 2381 w 539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539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FFD42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35" name="PA-任意多边形 5918">
                <a:extLst>
                  <a:ext uri="{FF2B5EF4-FFF2-40B4-BE49-F238E27FC236}">
                    <a16:creationId xmlns:a16="http://schemas.microsoft.com/office/drawing/2014/main" id="{396E1B1A-E7A8-4423-B5E5-35AF07D03F82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12773819" y="7027069"/>
                <a:ext cx="53975" cy="53975"/>
              </a:xfrm>
              <a:custGeom>
                <a:avLst/>
                <a:gdLst>
                  <a:gd name="connsiteX0" fmla="*/ 2381 w 53975"/>
                  <a:gd name="connsiteY0" fmla="*/ 2381 h 53975"/>
                  <a:gd name="connsiteX1" fmla="*/ 53181 w 53975"/>
                  <a:gd name="connsiteY1" fmla="*/ 2381 h 53975"/>
                  <a:gd name="connsiteX2" fmla="*/ 53181 w 53975"/>
                  <a:gd name="connsiteY2" fmla="*/ 53181 h 53975"/>
                  <a:gd name="connsiteX3" fmla="*/ 2381 w 539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539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FFD42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36" name="PA-任意多边形 5919">
                <a:extLst>
                  <a:ext uri="{FF2B5EF4-FFF2-40B4-BE49-F238E27FC236}">
                    <a16:creationId xmlns:a16="http://schemas.microsoft.com/office/drawing/2014/main" id="{CD65E628-7F8B-41FA-B11D-81093E732842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12291219" y="7789069"/>
                <a:ext cx="104775" cy="155575"/>
              </a:xfrm>
              <a:custGeom>
                <a:avLst/>
                <a:gdLst>
                  <a:gd name="connsiteX0" fmla="*/ 53181 w 104775"/>
                  <a:gd name="connsiteY0" fmla="*/ 154781 h 155575"/>
                  <a:gd name="connsiteX1" fmla="*/ 2381 w 104775"/>
                  <a:gd name="connsiteY1" fmla="*/ 154781 h 155575"/>
                  <a:gd name="connsiteX2" fmla="*/ 2381 w 104775"/>
                  <a:gd name="connsiteY2" fmla="*/ 2381 h 155575"/>
                  <a:gd name="connsiteX3" fmla="*/ 103981 w 104775"/>
                  <a:gd name="connsiteY3" fmla="*/ 2381 h 155575"/>
                  <a:gd name="connsiteX4" fmla="*/ 103981 w 104775"/>
                  <a:gd name="connsiteY4" fmla="*/ 53181 h 155575"/>
                  <a:gd name="connsiteX5" fmla="*/ 53181 w 104775"/>
                  <a:gd name="connsiteY5" fmla="*/ 53181 h 155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4775" h="155575">
                    <a:moveTo>
                      <a:pt x="53181" y="154781"/>
                    </a:moveTo>
                    <a:lnTo>
                      <a:pt x="2381" y="154781"/>
                    </a:lnTo>
                    <a:lnTo>
                      <a:pt x="2381" y="2381"/>
                    </a:lnTo>
                    <a:lnTo>
                      <a:pt x="103981" y="2381"/>
                    </a:lnTo>
                    <a:lnTo>
                      <a:pt x="103981" y="53181"/>
                    </a:lnTo>
                    <a:lnTo>
                      <a:pt x="53181" y="5318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37" name="PA-任意多边形 5920">
                <a:extLst>
                  <a:ext uri="{FF2B5EF4-FFF2-40B4-BE49-F238E27FC236}">
                    <a16:creationId xmlns:a16="http://schemas.microsoft.com/office/drawing/2014/main" id="{6F1A9ED6-22A4-4448-A2B8-3F6F5A3C3764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12519819" y="7712869"/>
                <a:ext cx="53975" cy="53975"/>
              </a:xfrm>
              <a:custGeom>
                <a:avLst/>
                <a:gdLst>
                  <a:gd name="connsiteX0" fmla="*/ 2381 w 53975"/>
                  <a:gd name="connsiteY0" fmla="*/ 2381 h 53975"/>
                  <a:gd name="connsiteX1" fmla="*/ 53181 w 53975"/>
                  <a:gd name="connsiteY1" fmla="*/ 2381 h 53975"/>
                  <a:gd name="connsiteX2" fmla="*/ 53181 w 53975"/>
                  <a:gd name="connsiteY2" fmla="*/ 53181 h 53975"/>
                  <a:gd name="connsiteX3" fmla="*/ 2381 w 53975"/>
                  <a:gd name="connsiteY3" fmla="*/ 53181 h 53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975" h="53975">
                    <a:moveTo>
                      <a:pt x="2381" y="2381"/>
                    </a:moveTo>
                    <a:lnTo>
                      <a:pt x="53181" y="2381"/>
                    </a:lnTo>
                    <a:lnTo>
                      <a:pt x="53181" y="53181"/>
                    </a:lnTo>
                    <a:lnTo>
                      <a:pt x="2381" y="5318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38" name="PA-任意多边形 5921">
                <a:extLst>
                  <a:ext uri="{FF2B5EF4-FFF2-40B4-BE49-F238E27FC236}">
                    <a16:creationId xmlns:a16="http://schemas.microsoft.com/office/drawing/2014/main" id="{DEECF3A6-54C3-424B-B381-7B581E7EEC3B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12519819" y="7839869"/>
                <a:ext cx="104775" cy="104775"/>
              </a:xfrm>
              <a:custGeom>
                <a:avLst/>
                <a:gdLst>
                  <a:gd name="connsiteX0" fmla="*/ 103981 w 104775"/>
                  <a:gd name="connsiteY0" fmla="*/ 103981 h 104775"/>
                  <a:gd name="connsiteX1" fmla="*/ 78581 w 104775"/>
                  <a:gd name="connsiteY1" fmla="*/ 103981 h 104775"/>
                  <a:gd name="connsiteX2" fmla="*/ 2381 w 104775"/>
                  <a:gd name="connsiteY2" fmla="*/ 27781 h 104775"/>
                  <a:gd name="connsiteX3" fmla="*/ 2381 w 104775"/>
                  <a:gd name="connsiteY3" fmla="*/ 2381 h 104775"/>
                  <a:gd name="connsiteX4" fmla="*/ 53181 w 104775"/>
                  <a:gd name="connsiteY4" fmla="*/ 2381 h 104775"/>
                  <a:gd name="connsiteX5" fmla="*/ 53181 w 104775"/>
                  <a:gd name="connsiteY5" fmla="*/ 27781 h 104775"/>
                  <a:gd name="connsiteX6" fmla="*/ 78581 w 104775"/>
                  <a:gd name="connsiteY6" fmla="*/ 53181 h 104775"/>
                  <a:gd name="connsiteX7" fmla="*/ 103981 w 104775"/>
                  <a:gd name="connsiteY7" fmla="*/ 53181 h 104775"/>
                  <a:gd name="connsiteX8" fmla="*/ 103981 w 104775"/>
                  <a:gd name="connsiteY8" fmla="*/ 10398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4775" h="104775">
                    <a:moveTo>
                      <a:pt x="103981" y="103981"/>
                    </a:moveTo>
                    <a:lnTo>
                      <a:pt x="78581" y="103981"/>
                    </a:lnTo>
                    <a:cubicBezTo>
                      <a:pt x="36563" y="103981"/>
                      <a:pt x="2381" y="69799"/>
                      <a:pt x="2381" y="27781"/>
                    </a:cubicBezTo>
                    <a:lnTo>
                      <a:pt x="2381" y="2381"/>
                    </a:lnTo>
                    <a:lnTo>
                      <a:pt x="53181" y="2381"/>
                    </a:lnTo>
                    <a:lnTo>
                      <a:pt x="53181" y="27781"/>
                    </a:lnTo>
                    <a:cubicBezTo>
                      <a:pt x="53181" y="41783"/>
                      <a:pt x="64579" y="53181"/>
                      <a:pt x="78581" y="53181"/>
                    </a:cubicBezTo>
                    <a:lnTo>
                      <a:pt x="103981" y="53181"/>
                    </a:lnTo>
                    <a:lnTo>
                      <a:pt x="103981" y="10398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39" name="PA-任意多边形 5922">
                <a:extLst>
                  <a:ext uri="{FF2B5EF4-FFF2-40B4-BE49-F238E27FC236}">
                    <a16:creationId xmlns:a16="http://schemas.microsoft.com/office/drawing/2014/main" id="{6B61B6BA-E58E-4ED5-A354-26F17D090715}"/>
                  </a:ext>
                </a:extLst>
              </p:cNvPr>
              <p:cNvSpPr/>
              <p:nvPr>
                <p:custDataLst>
                  <p:tags r:id="rId73"/>
                </p:custDataLst>
              </p:nvPr>
            </p:nvSpPr>
            <p:spPr>
              <a:xfrm>
                <a:off x="12927806" y="6952456"/>
                <a:ext cx="787400" cy="1168400"/>
              </a:xfrm>
              <a:custGeom>
                <a:avLst/>
                <a:gdLst>
                  <a:gd name="connsiteX0" fmla="*/ 457994 w 787400"/>
                  <a:gd name="connsiteY0" fmla="*/ 280194 h 1168400"/>
                  <a:gd name="connsiteX1" fmla="*/ 534194 w 787400"/>
                  <a:gd name="connsiteY1" fmla="*/ 356394 h 1168400"/>
                  <a:gd name="connsiteX2" fmla="*/ 661194 w 787400"/>
                  <a:gd name="connsiteY2" fmla="*/ 483394 h 1168400"/>
                  <a:gd name="connsiteX3" fmla="*/ 788194 w 787400"/>
                  <a:gd name="connsiteY3" fmla="*/ 356394 h 1168400"/>
                  <a:gd name="connsiteX4" fmla="*/ 788194 w 787400"/>
                  <a:gd name="connsiteY4" fmla="*/ 26194 h 1168400"/>
                  <a:gd name="connsiteX5" fmla="*/ 762794 w 787400"/>
                  <a:gd name="connsiteY5" fmla="*/ 794 h 1168400"/>
                  <a:gd name="connsiteX6" fmla="*/ 559594 w 787400"/>
                  <a:gd name="connsiteY6" fmla="*/ 794 h 1168400"/>
                  <a:gd name="connsiteX7" fmla="*/ 534194 w 787400"/>
                  <a:gd name="connsiteY7" fmla="*/ 26194 h 1168400"/>
                  <a:gd name="connsiteX8" fmla="*/ 534194 w 787400"/>
                  <a:gd name="connsiteY8" fmla="*/ 203994 h 1168400"/>
                  <a:gd name="connsiteX9" fmla="*/ 584994 w 787400"/>
                  <a:gd name="connsiteY9" fmla="*/ 203994 h 1168400"/>
                  <a:gd name="connsiteX10" fmla="*/ 584994 w 787400"/>
                  <a:gd name="connsiteY10" fmla="*/ 51594 h 1168400"/>
                  <a:gd name="connsiteX11" fmla="*/ 737394 w 787400"/>
                  <a:gd name="connsiteY11" fmla="*/ 51594 h 1168400"/>
                  <a:gd name="connsiteX12" fmla="*/ 737394 w 787400"/>
                  <a:gd name="connsiteY12" fmla="*/ 356394 h 1168400"/>
                  <a:gd name="connsiteX13" fmla="*/ 661194 w 787400"/>
                  <a:gd name="connsiteY13" fmla="*/ 432594 h 1168400"/>
                  <a:gd name="connsiteX14" fmla="*/ 584994 w 787400"/>
                  <a:gd name="connsiteY14" fmla="*/ 356394 h 1168400"/>
                  <a:gd name="connsiteX15" fmla="*/ 457994 w 787400"/>
                  <a:gd name="connsiteY15" fmla="*/ 229394 h 1168400"/>
                  <a:gd name="connsiteX16" fmla="*/ 254794 w 787400"/>
                  <a:gd name="connsiteY16" fmla="*/ 229394 h 1168400"/>
                  <a:gd name="connsiteX17" fmla="*/ 127794 w 787400"/>
                  <a:gd name="connsiteY17" fmla="*/ 356394 h 1168400"/>
                  <a:gd name="connsiteX18" fmla="*/ 127794 w 787400"/>
                  <a:gd name="connsiteY18" fmla="*/ 610394 h 1168400"/>
                  <a:gd name="connsiteX19" fmla="*/ 102394 w 787400"/>
                  <a:gd name="connsiteY19" fmla="*/ 610394 h 1168400"/>
                  <a:gd name="connsiteX20" fmla="*/ 76994 w 787400"/>
                  <a:gd name="connsiteY20" fmla="*/ 635794 h 1168400"/>
                  <a:gd name="connsiteX21" fmla="*/ 76994 w 787400"/>
                  <a:gd name="connsiteY21" fmla="*/ 711994 h 1168400"/>
                  <a:gd name="connsiteX22" fmla="*/ 794 w 787400"/>
                  <a:gd name="connsiteY22" fmla="*/ 711994 h 1168400"/>
                  <a:gd name="connsiteX23" fmla="*/ 794 w 787400"/>
                  <a:gd name="connsiteY23" fmla="*/ 762794 h 1168400"/>
                  <a:gd name="connsiteX24" fmla="*/ 737394 w 787400"/>
                  <a:gd name="connsiteY24" fmla="*/ 762794 h 1168400"/>
                  <a:gd name="connsiteX25" fmla="*/ 737394 w 787400"/>
                  <a:gd name="connsiteY25" fmla="*/ 1118394 h 1168400"/>
                  <a:gd name="connsiteX26" fmla="*/ 127794 w 787400"/>
                  <a:gd name="connsiteY26" fmla="*/ 1118394 h 1168400"/>
                  <a:gd name="connsiteX27" fmla="*/ 127794 w 787400"/>
                  <a:gd name="connsiteY27" fmla="*/ 1169194 h 1168400"/>
                  <a:gd name="connsiteX28" fmla="*/ 762794 w 787400"/>
                  <a:gd name="connsiteY28" fmla="*/ 1169194 h 1168400"/>
                  <a:gd name="connsiteX29" fmla="*/ 788194 w 787400"/>
                  <a:gd name="connsiteY29" fmla="*/ 1143794 h 1168400"/>
                  <a:gd name="connsiteX30" fmla="*/ 788194 w 787400"/>
                  <a:gd name="connsiteY30" fmla="*/ 737394 h 1168400"/>
                  <a:gd name="connsiteX31" fmla="*/ 762794 w 787400"/>
                  <a:gd name="connsiteY31" fmla="*/ 711994 h 1168400"/>
                  <a:gd name="connsiteX32" fmla="*/ 432594 w 787400"/>
                  <a:gd name="connsiteY32" fmla="*/ 711994 h 1168400"/>
                  <a:gd name="connsiteX33" fmla="*/ 432594 w 787400"/>
                  <a:gd name="connsiteY33" fmla="*/ 635794 h 1168400"/>
                  <a:gd name="connsiteX34" fmla="*/ 407194 w 787400"/>
                  <a:gd name="connsiteY34" fmla="*/ 610394 h 1168400"/>
                  <a:gd name="connsiteX35" fmla="*/ 381794 w 787400"/>
                  <a:gd name="connsiteY35" fmla="*/ 610394 h 1168400"/>
                  <a:gd name="connsiteX36" fmla="*/ 381794 w 787400"/>
                  <a:gd name="connsiteY36" fmla="*/ 356394 h 1168400"/>
                  <a:gd name="connsiteX37" fmla="*/ 457994 w 787400"/>
                  <a:gd name="connsiteY37" fmla="*/ 280194 h 1168400"/>
                  <a:gd name="connsiteX38" fmla="*/ 178594 w 787400"/>
                  <a:gd name="connsiteY38" fmla="*/ 356394 h 1168400"/>
                  <a:gd name="connsiteX39" fmla="*/ 254794 w 787400"/>
                  <a:gd name="connsiteY39" fmla="*/ 280194 h 1168400"/>
                  <a:gd name="connsiteX40" fmla="*/ 356394 w 787400"/>
                  <a:gd name="connsiteY40" fmla="*/ 280194 h 1168400"/>
                  <a:gd name="connsiteX41" fmla="*/ 330994 w 787400"/>
                  <a:gd name="connsiteY41" fmla="*/ 356394 h 1168400"/>
                  <a:gd name="connsiteX42" fmla="*/ 330994 w 787400"/>
                  <a:gd name="connsiteY42" fmla="*/ 610394 h 1168400"/>
                  <a:gd name="connsiteX43" fmla="*/ 178594 w 787400"/>
                  <a:gd name="connsiteY43" fmla="*/ 610394 h 1168400"/>
                  <a:gd name="connsiteX44" fmla="*/ 178594 w 787400"/>
                  <a:gd name="connsiteY44" fmla="*/ 356394 h 1168400"/>
                  <a:gd name="connsiteX45" fmla="*/ 381794 w 787400"/>
                  <a:gd name="connsiteY45" fmla="*/ 711994 h 1168400"/>
                  <a:gd name="connsiteX46" fmla="*/ 127794 w 787400"/>
                  <a:gd name="connsiteY46" fmla="*/ 711994 h 1168400"/>
                  <a:gd name="connsiteX47" fmla="*/ 127794 w 787400"/>
                  <a:gd name="connsiteY47" fmla="*/ 661194 h 1168400"/>
                  <a:gd name="connsiteX48" fmla="*/ 381794 w 787400"/>
                  <a:gd name="connsiteY48" fmla="*/ 661194 h 1168400"/>
                  <a:gd name="connsiteX49" fmla="*/ 381794 w 787400"/>
                  <a:gd name="connsiteY49" fmla="*/ 711994 h 1168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87400" h="1168400">
                    <a:moveTo>
                      <a:pt x="457994" y="280194"/>
                    </a:moveTo>
                    <a:cubicBezTo>
                      <a:pt x="499904" y="280194"/>
                      <a:pt x="534194" y="314484"/>
                      <a:pt x="534194" y="356394"/>
                    </a:cubicBezTo>
                    <a:cubicBezTo>
                      <a:pt x="534194" y="426498"/>
                      <a:pt x="591090" y="483394"/>
                      <a:pt x="661194" y="483394"/>
                    </a:cubicBezTo>
                    <a:cubicBezTo>
                      <a:pt x="731298" y="483394"/>
                      <a:pt x="788194" y="426498"/>
                      <a:pt x="788194" y="356394"/>
                    </a:cubicBezTo>
                    <a:lnTo>
                      <a:pt x="788194" y="26194"/>
                    </a:lnTo>
                    <a:cubicBezTo>
                      <a:pt x="788194" y="12224"/>
                      <a:pt x="776764" y="794"/>
                      <a:pt x="762794" y="794"/>
                    </a:cubicBezTo>
                    <a:lnTo>
                      <a:pt x="559594" y="794"/>
                    </a:lnTo>
                    <a:cubicBezTo>
                      <a:pt x="545624" y="794"/>
                      <a:pt x="534194" y="12224"/>
                      <a:pt x="534194" y="26194"/>
                    </a:cubicBezTo>
                    <a:lnTo>
                      <a:pt x="534194" y="203994"/>
                    </a:lnTo>
                    <a:lnTo>
                      <a:pt x="584994" y="203994"/>
                    </a:lnTo>
                    <a:lnTo>
                      <a:pt x="584994" y="51594"/>
                    </a:lnTo>
                    <a:lnTo>
                      <a:pt x="737394" y="51594"/>
                    </a:lnTo>
                    <a:lnTo>
                      <a:pt x="737394" y="356394"/>
                    </a:lnTo>
                    <a:cubicBezTo>
                      <a:pt x="737394" y="398304"/>
                      <a:pt x="703104" y="432594"/>
                      <a:pt x="661194" y="432594"/>
                    </a:cubicBezTo>
                    <a:cubicBezTo>
                      <a:pt x="619284" y="432594"/>
                      <a:pt x="584994" y="398304"/>
                      <a:pt x="584994" y="356394"/>
                    </a:cubicBezTo>
                    <a:cubicBezTo>
                      <a:pt x="584994" y="286290"/>
                      <a:pt x="528098" y="229394"/>
                      <a:pt x="457994" y="229394"/>
                    </a:cubicBezTo>
                    <a:lnTo>
                      <a:pt x="254794" y="229394"/>
                    </a:lnTo>
                    <a:cubicBezTo>
                      <a:pt x="184690" y="229394"/>
                      <a:pt x="127794" y="286290"/>
                      <a:pt x="127794" y="356394"/>
                    </a:cubicBezTo>
                    <a:lnTo>
                      <a:pt x="127794" y="610394"/>
                    </a:lnTo>
                    <a:lnTo>
                      <a:pt x="102394" y="610394"/>
                    </a:lnTo>
                    <a:cubicBezTo>
                      <a:pt x="88424" y="610394"/>
                      <a:pt x="76994" y="621824"/>
                      <a:pt x="76994" y="635794"/>
                    </a:cubicBezTo>
                    <a:lnTo>
                      <a:pt x="76994" y="711994"/>
                    </a:lnTo>
                    <a:lnTo>
                      <a:pt x="794" y="711994"/>
                    </a:lnTo>
                    <a:lnTo>
                      <a:pt x="794" y="762794"/>
                    </a:lnTo>
                    <a:lnTo>
                      <a:pt x="737394" y="762794"/>
                    </a:lnTo>
                    <a:lnTo>
                      <a:pt x="737394" y="1118394"/>
                    </a:lnTo>
                    <a:lnTo>
                      <a:pt x="127794" y="1118394"/>
                    </a:lnTo>
                    <a:lnTo>
                      <a:pt x="127794" y="1169194"/>
                    </a:lnTo>
                    <a:lnTo>
                      <a:pt x="762794" y="1169194"/>
                    </a:lnTo>
                    <a:cubicBezTo>
                      <a:pt x="776764" y="1169194"/>
                      <a:pt x="788194" y="1157764"/>
                      <a:pt x="788194" y="1143794"/>
                    </a:cubicBezTo>
                    <a:lnTo>
                      <a:pt x="788194" y="737394"/>
                    </a:lnTo>
                    <a:cubicBezTo>
                      <a:pt x="788194" y="723424"/>
                      <a:pt x="776764" y="711994"/>
                      <a:pt x="762794" y="711994"/>
                    </a:cubicBezTo>
                    <a:lnTo>
                      <a:pt x="432594" y="711994"/>
                    </a:lnTo>
                    <a:lnTo>
                      <a:pt x="432594" y="635794"/>
                    </a:lnTo>
                    <a:cubicBezTo>
                      <a:pt x="432594" y="621824"/>
                      <a:pt x="421164" y="610394"/>
                      <a:pt x="407194" y="610394"/>
                    </a:cubicBezTo>
                    <a:lnTo>
                      <a:pt x="381794" y="610394"/>
                    </a:lnTo>
                    <a:lnTo>
                      <a:pt x="381794" y="356394"/>
                    </a:lnTo>
                    <a:cubicBezTo>
                      <a:pt x="381794" y="314484"/>
                      <a:pt x="416084" y="280194"/>
                      <a:pt x="457994" y="280194"/>
                    </a:cubicBezTo>
                    <a:close/>
                    <a:moveTo>
                      <a:pt x="178594" y="356394"/>
                    </a:moveTo>
                    <a:cubicBezTo>
                      <a:pt x="178594" y="314484"/>
                      <a:pt x="212884" y="280194"/>
                      <a:pt x="254794" y="280194"/>
                    </a:cubicBezTo>
                    <a:lnTo>
                      <a:pt x="356394" y="280194"/>
                    </a:lnTo>
                    <a:cubicBezTo>
                      <a:pt x="340392" y="301530"/>
                      <a:pt x="330994" y="327946"/>
                      <a:pt x="330994" y="356394"/>
                    </a:cubicBezTo>
                    <a:lnTo>
                      <a:pt x="330994" y="610394"/>
                    </a:lnTo>
                    <a:lnTo>
                      <a:pt x="178594" y="610394"/>
                    </a:lnTo>
                    <a:lnTo>
                      <a:pt x="178594" y="356394"/>
                    </a:lnTo>
                    <a:close/>
                    <a:moveTo>
                      <a:pt x="381794" y="711994"/>
                    </a:moveTo>
                    <a:lnTo>
                      <a:pt x="127794" y="711994"/>
                    </a:lnTo>
                    <a:lnTo>
                      <a:pt x="127794" y="661194"/>
                    </a:lnTo>
                    <a:lnTo>
                      <a:pt x="381794" y="661194"/>
                    </a:lnTo>
                    <a:lnTo>
                      <a:pt x="381794" y="7119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40" name="PA-任意多边形 5923">
                <a:extLst>
                  <a:ext uri="{FF2B5EF4-FFF2-40B4-BE49-F238E27FC236}">
                    <a16:creationId xmlns:a16="http://schemas.microsoft.com/office/drawing/2014/main" id="{3B8A2059-7444-4C01-8F51-BB9BEAF8AB38}"/>
                  </a:ext>
                </a:extLst>
              </p:cNvPr>
              <p:cNvSpPr/>
              <p:nvPr>
                <p:custDataLst>
                  <p:tags r:id="rId74"/>
                </p:custDataLst>
              </p:nvPr>
            </p:nvSpPr>
            <p:spPr>
              <a:xfrm>
                <a:off x="12191206" y="7663656"/>
                <a:ext cx="177800" cy="457200"/>
              </a:xfrm>
              <a:custGeom>
                <a:avLst/>
                <a:gdLst>
                  <a:gd name="connsiteX0" fmla="*/ 51594 w 177800"/>
                  <a:gd name="connsiteY0" fmla="*/ 51594 h 457200"/>
                  <a:gd name="connsiteX1" fmla="*/ 178594 w 177800"/>
                  <a:gd name="connsiteY1" fmla="*/ 51594 h 457200"/>
                  <a:gd name="connsiteX2" fmla="*/ 178594 w 177800"/>
                  <a:gd name="connsiteY2" fmla="*/ 794 h 457200"/>
                  <a:gd name="connsiteX3" fmla="*/ 26194 w 177800"/>
                  <a:gd name="connsiteY3" fmla="*/ 794 h 457200"/>
                  <a:gd name="connsiteX4" fmla="*/ 794 w 177800"/>
                  <a:gd name="connsiteY4" fmla="*/ 26194 h 457200"/>
                  <a:gd name="connsiteX5" fmla="*/ 794 w 177800"/>
                  <a:gd name="connsiteY5" fmla="*/ 432594 h 457200"/>
                  <a:gd name="connsiteX6" fmla="*/ 26194 w 177800"/>
                  <a:gd name="connsiteY6" fmla="*/ 457994 h 457200"/>
                  <a:gd name="connsiteX7" fmla="*/ 76994 w 177800"/>
                  <a:gd name="connsiteY7" fmla="*/ 457994 h 457200"/>
                  <a:gd name="connsiteX8" fmla="*/ 76994 w 177800"/>
                  <a:gd name="connsiteY8" fmla="*/ 407194 h 457200"/>
                  <a:gd name="connsiteX9" fmla="*/ 51594 w 177800"/>
                  <a:gd name="connsiteY9" fmla="*/ 407194 h 457200"/>
                  <a:gd name="connsiteX10" fmla="*/ 51594 w 177800"/>
                  <a:gd name="connsiteY10" fmla="*/ 51594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7800" h="457200">
                    <a:moveTo>
                      <a:pt x="51594" y="51594"/>
                    </a:moveTo>
                    <a:lnTo>
                      <a:pt x="178594" y="51594"/>
                    </a:lnTo>
                    <a:lnTo>
                      <a:pt x="178594" y="794"/>
                    </a:lnTo>
                    <a:lnTo>
                      <a:pt x="26194" y="794"/>
                    </a:lnTo>
                    <a:cubicBezTo>
                      <a:pt x="12167" y="794"/>
                      <a:pt x="794" y="12167"/>
                      <a:pt x="794" y="26194"/>
                    </a:cubicBezTo>
                    <a:lnTo>
                      <a:pt x="794" y="432594"/>
                    </a:lnTo>
                    <a:cubicBezTo>
                      <a:pt x="794" y="446621"/>
                      <a:pt x="12167" y="457994"/>
                      <a:pt x="26194" y="457994"/>
                    </a:cubicBezTo>
                    <a:lnTo>
                      <a:pt x="76994" y="457994"/>
                    </a:lnTo>
                    <a:lnTo>
                      <a:pt x="76994" y="407194"/>
                    </a:lnTo>
                    <a:lnTo>
                      <a:pt x="51594" y="407194"/>
                    </a:lnTo>
                    <a:lnTo>
                      <a:pt x="51594" y="515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41" name="PA-任意多边形 5924">
                <a:extLst>
                  <a:ext uri="{FF2B5EF4-FFF2-40B4-BE49-F238E27FC236}">
                    <a16:creationId xmlns:a16="http://schemas.microsoft.com/office/drawing/2014/main" id="{F4B0BA4E-919F-44CC-8E75-31BC663803B0}"/>
                  </a:ext>
                </a:extLst>
              </p:cNvPr>
              <p:cNvSpPr/>
              <p:nvPr>
                <p:custDataLst>
                  <p:tags r:id="rId75"/>
                </p:custDataLst>
              </p:nvPr>
            </p:nvSpPr>
            <p:spPr>
              <a:xfrm>
                <a:off x="12394406" y="6952456"/>
                <a:ext cx="508000" cy="254000"/>
              </a:xfrm>
              <a:custGeom>
                <a:avLst/>
                <a:gdLst>
                  <a:gd name="connsiteX0" fmla="*/ 26194 w 508000"/>
                  <a:gd name="connsiteY0" fmla="*/ 203994 h 254000"/>
                  <a:gd name="connsiteX1" fmla="*/ 178594 w 508000"/>
                  <a:gd name="connsiteY1" fmla="*/ 203994 h 254000"/>
                  <a:gd name="connsiteX2" fmla="*/ 178594 w 508000"/>
                  <a:gd name="connsiteY2" fmla="*/ 254794 h 254000"/>
                  <a:gd name="connsiteX3" fmla="*/ 229394 w 508000"/>
                  <a:gd name="connsiteY3" fmla="*/ 254794 h 254000"/>
                  <a:gd name="connsiteX4" fmla="*/ 229394 w 508000"/>
                  <a:gd name="connsiteY4" fmla="*/ 203994 h 254000"/>
                  <a:gd name="connsiteX5" fmla="*/ 280194 w 508000"/>
                  <a:gd name="connsiteY5" fmla="*/ 203994 h 254000"/>
                  <a:gd name="connsiteX6" fmla="*/ 280194 w 508000"/>
                  <a:gd name="connsiteY6" fmla="*/ 254794 h 254000"/>
                  <a:gd name="connsiteX7" fmla="*/ 330994 w 508000"/>
                  <a:gd name="connsiteY7" fmla="*/ 254794 h 254000"/>
                  <a:gd name="connsiteX8" fmla="*/ 330994 w 508000"/>
                  <a:gd name="connsiteY8" fmla="*/ 203994 h 254000"/>
                  <a:gd name="connsiteX9" fmla="*/ 483394 w 508000"/>
                  <a:gd name="connsiteY9" fmla="*/ 203994 h 254000"/>
                  <a:gd name="connsiteX10" fmla="*/ 508794 w 508000"/>
                  <a:gd name="connsiteY10" fmla="*/ 178594 h 254000"/>
                  <a:gd name="connsiteX11" fmla="*/ 508794 w 508000"/>
                  <a:gd name="connsiteY11" fmla="*/ 26194 h 254000"/>
                  <a:gd name="connsiteX12" fmla="*/ 483394 w 508000"/>
                  <a:gd name="connsiteY12" fmla="*/ 794 h 254000"/>
                  <a:gd name="connsiteX13" fmla="*/ 26194 w 508000"/>
                  <a:gd name="connsiteY13" fmla="*/ 794 h 254000"/>
                  <a:gd name="connsiteX14" fmla="*/ 794 w 508000"/>
                  <a:gd name="connsiteY14" fmla="*/ 26194 h 254000"/>
                  <a:gd name="connsiteX15" fmla="*/ 794 w 508000"/>
                  <a:gd name="connsiteY15" fmla="*/ 178594 h 254000"/>
                  <a:gd name="connsiteX16" fmla="*/ 26194 w 508000"/>
                  <a:gd name="connsiteY16" fmla="*/ 203994 h 254000"/>
                  <a:gd name="connsiteX17" fmla="*/ 51594 w 508000"/>
                  <a:gd name="connsiteY17" fmla="*/ 51594 h 254000"/>
                  <a:gd name="connsiteX18" fmla="*/ 457994 w 508000"/>
                  <a:gd name="connsiteY18" fmla="*/ 51594 h 254000"/>
                  <a:gd name="connsiteX19" fmla="*/ 457994 w 508000"/>
                  <a:gd name="connsiteY19" fmla="*/ 153194 h 254000"/>
                  <a:gd name="connsiteX20" fmla="*/ 51594 w 508000"/>
                  <a:gd name="connsiteY20" fmla="*/ 153194 h 254000"/>
                  <a:gd name="connsiteX21" fmla="*/ 51594 w 508000"/>
                  <a:gd name="connsiteY21" fmla="*/ 51594 h 25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8000" h="254000">
                    <a:moveTo>
                      <a:pt x="26194" y="203994"/>
                    </a:moveTo>
                    <a:lnTo>
                      <a:pt x="178594" y="203994"/>
                    </a:lnTo>
                    <a:lnTo>
                      <a:pt x="178594" y="254794"/>
                    </a:lnTo>
                    <a:lnTo>
                      <a:pt x="229394" y="254794"/>
                    </a:lnTo>
                    <a:lnTo>
                      <a:pt x="229394" y="203994"/>
                    </a:lnTo>
                    <a:lnTo>
                      <a:pt x="280194" y="203994"/>
                    </a:lnTo>
                    <a:lnTo>
                      <a:pt x="280194" y="254794"/>
                    </a:lnTo>
                    <a:lnTo>
                      <a:pt x="330994" y="254794"/>
                    </a:lnTo>
                    <a:lnTo>
                      <a:pt x="330994" y="203994"/>
                    </a:lnTo>
                    <a:lnTo>
                      <a:pt x="483394" y="203994"/>
                    </a:lnTo>
                    <a:cubicBezTo>
                      <a:pt x="497421" y="203994"/>
                      <a:pt x="508794" y="192621"/>
                      <a:pt x="508794" y="178594"/>
                    </a:cubicBezTo>
                    <a:lnTo>
                      <a:pt x="508794" y="26194"/>
                    </a:lnTo>
                    <a:cubicBezTo>
                      <a:pt x="508794" y="12167"/>
                      <a:pt x="497421" y="794"/>
                      <a:pt x="483394" y="794"/>
                    </a:cubicBezTo>
                    <a:lnTo>
                      <a:pt x="26194" y="794"/>
                    </a:lnTo>
                    <a:cubicBezTo>
                      <a:pt x="12167" y="794"/>
                      <a:pt x="794" y="12167"/>
                      <a:pt x="794" y="26194"/>
                    </a:cubicBezTo>
                    <a:lnTo>
                      <a:pt x="794" y="178594"/>
                    </a:lnTo>
                    <a:cubicBezTo>
                      <a:pt x="794" y="192621"/>
                      <a:pt x="12167" y="203994"/>
                      <a:pt x="26194" y="203994"/>
                    </a:cubicBezTo>
                    <a:close/>
                    <a:moveTo>
                      <a:pt x="51594" y="51594"/>
                    </a:moveTo>
                    <a:lnTo>
                      <a:pt x="457994" y="51594"/>
                    </a:lnTo>
                    <a:lnTo>
                      <a:pt x="457994" y="153194"/>
                    </a:lnTo>
                    <a:lnTo>
                      <a:pt x="51594" y="153194"/>
                    </a:lnTo>
                    <a:lnTo>
                      <a:pt x="51594" y="515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42" name="PA-任意多边形 5925">
                <a:extLst>
                  <a:ext uri="{FF2B5EF4-FFF2-40B4-BE49-F238E27FC236}">
                    <a16:creationId xmlns:a16="http://schemas.microsoft.com/office/drawing/2014/main" id="{FC60171E-A12D-411D-A51E-5E0D6A73D802}"/>
                  </a:ext>
                </a:extLst>
              </p:cNvPr>
              <p:cNvSpPr/>
              <p:nvPr>
                <p:custDataLst>
                  <p:tags r:id="rId76"/>
                </p:custDataLst>
              </p:nvPr>
            </p:nvSpPr>
            <p:spPr>
              <a:xfrm>
                <a:off x="13054806" y="7765256"/>
                <a:ext cx="50800" cy="50800"/>
              </a:xfrm>
              <a:custGeom>
                <a:avLst/>
                <a:gdLst>
                  <a:gd name="connsiteX0" fmla="*/ 794 w 50800"/>
                  <a:gd name="connsiteY0" fmla="*/ 794 h 50800"/>
                  <a:gd name="connsiteX1" fmla="*/ 51594 w 50800"/>
                  <a:gd name="connsiteY1" fmla="*/ 794 h 50800"/>
                  <a:gd name="connsiteX2" fmla="*/ 51594 w 50800"/>
                  <a:gd name="connsiteY2" fmla="*/ 51594 h 50800"/>
                  <a:gd name="connsiteX3" fmla="*/ 794 w 50800"/>
                  <a:gd name="connsiteY3" fmla="*/ 51594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00" h="50800">
                    <a:moveTo>
                      <a:pt x="794" y="794"/>
                    </a:moveTo>
                    <a:lnTo>
                      <a:pt x="51594" y="794"/>
                    </a:lnTo>
                    <a:lnTo>
                      <a:pt x="51594" y="51594"/>
                    </a:lnTo>
                    <a:lnTo>
                      <a:pt x="794" y="515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43" name="PA-任意多边形 5926">
                <a:extLst>
                  <a:ext uri="{FF2B5EF4-FFF2-40B4-BE49-F238E27FC236}">
                    <a16:creationId xmlns:a16="http://schemas.microsoft.com/office/drawing/2014/main" id="{4524511E-B53C-407F-BF5A-3F6CA025EAE3}"/>
                  </a:ext>
                </a:extLst>
              </p:cNvPr>
              <p:cNvSpPr/>
              <p:nvPr>
                <p:custDataLst>
                  <p:tags r:id="rId77"/>
                </p:custDataLst>
              </p:nvPr>
            </p:nvSpPr>
            <p:spPr>
              <a:xfrm>
                <a:off x="13054806" y="7866856"/>
                <a:ext cx="50800" cy="50800"/>
              </a:xfrm>
              <a:custGeom>
                <a:avLst/>
                <a:gdLst>
                  <a:gd name="connsiteX0" fmla="*/ 794 w 50800"/>
                  <a:gd name="connsiteY0" fmla="*/ 794 h 50800"/>
                  <a:gd name="connsiteX1" fmla="*/ 51594 w 50800"/>
                  <a:gd name="connsiteY1" fmla="*/ 794 h 50800"/>
                  <a:gd name="connsiteX2" fmla="*/ 51594 w 50800"/>
                  <a:gd name="connsiteY2" fmla="*/ 51594 h 50800"/>
                  <a:gd name="connsiteX3" fmla="*/ 794 w 50800"/>
                  <a:gd name="connsiteY3" fmla="*/ 51594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00" h="50800">
                    <a:moveTo>
                      <a:pt x="794" y="794"/>
                    </a:moveTo>
                    <a:lnTo>
                      <a:pt x="51594" y="794"/>
                    </a:lnTo>
                    <a:lnTo>
                      <a:pt x="51594" y="51594"/>
                    </a:lnTo>
                    <a:lnTo>
                      <a:pt x="794" y="515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44" name="PA-任意多边形 5927">
                <a:extLst>
                  <a:ext uri="{FF2B5EF4-FFF2-40B4-BE49-F238E27FC236}">
                    <a16:creationId xmlns:a16="http://schemas.microsoft.com/office/drawing/2014/main" id="{D5FCF698-0F59-40A6-A508-24837A39A047}"/>
                  </a:ext>
                </a:extLst>
              </p:cNvPr>
              <p:cNvSpPr/>
              <p:nvPr>
                <p:custDataLst>
                  <p:tags r:id="rId78"/>
                </p:custDataLst>
              </p:nvPr>
            </p:nvSpPr>
            <p:spPr>
              <a:xfrm>
                <a:off x="13054806" y="7968456"/>
                <a:ext cx="50800" cy="50800"/>
              </a:xfrm>
              <a:custGeom>
                <a:avLst/>
                <a:gdLst>
                  <a:gd name="connsiteX0" fmla="*/ 794 w 50800"/>
                  <a:gd name="connsiteY0" fmla="*/ 794 h 50800"/>
                  <a:gd name="connsiteX1" fmla="*/ 51594 w 50800"/>
                  <a:gd name="connsiteY1" fmla="*/ 794 h 50800"/>
                  <a:gd name="connsiteX2" fmla="*/ 51594 w 50800"/>
                  <a:gd name="connsiteY2" fmla="*/ 51594 h 50800"/>
                  <a:gd name="connsiteX3" fmla="*/ 794 w 50800"/>
                  <a:gd name="connsiteY3" fmla="*/ 51594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00" h="50800">
                    <a:moveTo>
                      <a:pt x="794" y="794"/>
                    </a:moveTo>
                    <a:lnTo>
                      <a:pt x="51594" y="794"/>
                    </a:lnTo>
                    <a:lnTo>
                      <a:pt x="51594" y="51594"/>
                    </a:lnTo>
                    <a:lnTo>
                      <a:pt x="794" y="515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45" name="PA-任意多边形 5928">
                <a:extLst>
                  <a:ext uri="{FF2B5EF4-FFF2-40B4-BE49-F238E27FC236}">
                    <a16:creationId xmlns:a16="http://schemas.microsoft.com/office/drawing/2014/main" id="{44633014-BC92-488E-8F59-56EA00700CCB}"/>
                  </a:ext>
                </a:extLst>
              </p:cNvPr>
              <p:cNvSpPr/>
              <p:nvPr>
                <p:custDataLst>
                  <p:tags r:id="rId79"/>
                </p:custDataLst>
              </p:nvPr>
            </p:nvSpPr>
            <p:spPr>
              <a:xfrm>
                <a:off x="13156406" y="7765256"/>
                <a:ext cx="50800" cy="50800"/>
              </a:xfrm>
              <a:custGeom>
                <a:avLst/>
                <a:gdLst>
                  <a:gd name="connsiteX0" fmla="*/ 794 w 50800"/>
                  <a:gd name="connsiteY0" fmla="*/ 794 h 50800"/>
                  <a:gd name="connsiteX1" fmla="*/ 51594 w 50800"/>
                  <a:gd name="connsiteY1" fmla="*/ 794 h 50800"/>
                  <a:gd name="connsiteX2" fmla="*/ 51594 w 50800"/>
                  <a:gd name="connsiteY2" fmla="*/ 51594 h 50800"/>
                  <a:gd name="connsiteX3" fmla="*/ 794 w 50800"/>
                  <a:gd name="connsiteY3" fmla="*/ 51594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00" h="50800">
                    <a:moveTo>
                      <a:pt x="794" y="794"/>
                    </a:moveTo>
                    <a:lnTo>
                      <a:pt x="51594" y="794"/>
                    </a:lnTo>
                    <a:lnTo>
                      <a:pt x="51594" y="51594"/>
                    </a:lnTo>
                    <a:lnTo>
                      <a:pt x="794" y="515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46" name="PA-任意多边形 5929">
                <a:extLst>
                  <a:ext uri="{FF2B5EF4-FFF2-40B4-BE49-F238E27FC236}">
                    <a16:creationId xmlns:a16="http://schemas.microsoft.com/office/drawing/2014/main" id="{E749F913-959C-470B-BDBA-02EE371C3FD7}"/>
                  </a:ext>
                </a:extLst>
              </p:cNvPr>
              <p:cNvSpPr/>
              <p:nvPr>
                <p:custDataLst>
                  <p:tags r:id="rId80"/>
                </p:custDataLst>
              </p:nvPr>
            </p:nvSpPr>
            <p:spPr>
              <a:xfrm>
                <a:off x="13156406" y="7866856"/>
                <a:ext cx="50800" cy="50800"/>
              </a:xfrm>
              <a:custGeom>
                <a:avLst/>
                <a:gdLst>
                  <a:gd name="connsiteX0" fmla="*/ 794 w 50800"/>
                  <a:gd name="connsiteY0" fmla="*/ 794 h 50800"/>
                  <a:gd name="connsiteX1" fmla="*/ 51594 w 50800"/>
                  <a:gd name="connsiteY1" fmla="*/ 794 h 50800"/>
                  <a:gd name="connsiteX2" fmla="*/ 51594 w 50800"/>
                  <a:gd name="connsiteY2" fmla="*/ 51594 h 50800"/>
                  <a:gd name="connsiteX3" fmla="*/ 794 w 50800"/>
                  <a:gd name="connsiteY3" fmla="*/ 51594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00" h="50800">
                    <a:moveTo>
                      <a:pt x="794" y="794"/>
                    </a:moveTo>
                    <a:lnTo>
                      <a:pt x="51594" y="794"/>
                    </a:lnTo>
                    <a:lnTo>
                      <a:pt x="51594" y="51594"/>
                    </a:lnTo>
                    <a:lnTo>
                      <a:pt x="794" y="515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47" name="PA-任意多边形 5930">
                <a:extLst>
                  <a:ext uri="{FF2B5EF4-FFF2-40B4-BE49-F238E27FC236}">
                    <a16:creationId xmlns:a16="http://schemas.microsoft.com/office/drawing/2014/main" id="{E27A33E0-2D1F-4A15-873B-030F5081D74B}"/>
                  </a:ext>
                </a:extLst>
              </p:cNvPr>
              <p:cNvSpPr/>
              <p:nvPr>
                <p:custDataLst>
                  <p:tags r:id="rId81"/>
                </p:custDataLst>
              </p:nvPr>
            </p:nvSpPr>
            <p:spPr>
              <a:xfrm>
                <a:off x="13156406" y="7968456"/>
                <a:ext cx="152400" cy="50800"/>
              </a:xfrm>
              <a:custGeom>
                <a:avLst/>
                <a:gdLst>
                  <a:gd name="connsiteX0" fmla="*/ 794 w 152400"/>
                  <a:gd name="connsiteY0" fmla="*/ 794 h 50800"/>
                  <a:gd name="connsiteX1" fmla="*/ 153194 w 152400"/>
                  <a:gd name="connsiteY1" fmla="*/ 794 h 50800"/>
                  <a:gd name="connsiteX2" fmla="*/ 153194 w 152400"/>
                  <a:gd name="connsiteY2" fmla="*/ 51594 h 50800"/>
                  <a:gd name="connsiteX3" fmla="*/ 794 w 152400"/>
                  <a:gd name="connsiteY3" fmla="*/ 51594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400" h="50800">
                    <a:moveTo>
                      <a:pt x="794" y="794"/>
                    </a:moveTo>
                    <a:lnTo>
                      <a:pt x="153194" y="794"/>
                    </a:lnTo>
                    <a:lnTo>
                      <a:pt x="153194" y="51594"/>
                    </a:lnTo>
                    <a:lnTo>
                      <a:pt x="794" y="515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48" name="PA-任意多边形 5931">
                <a:extLst>
                  <a:ext uri="{FF2B5EF4-FFF2-40B4-BE49-F238E27FC236}">
                    <a16:creationId xmlns:a16="http://schemas.microsoft.com/office/drawing/2014/main" id="{503E41E3-074C-4530-8141-849F56136148}"/>
                  </a:ext>
                </a:extLst>
              </p:cNvPr>
              <p:cNvSpPr/>
              <p:nvPr>
                <p:custDataLst>
                  <p:tags r:id="rId82"/>
                </p:custDataLst>
              </p:nvPr>
            </p:nvSpPr>
            <p:spPr>
              <a:xfrm>
                <a:off x="13258006" y="7765256"/>
                <a:ext cx="50800" cy="50800"/>
              </a:xfrm>
              <a:custGeom>
                <a:avLst/>
                <a:gdLst>
                  <a:gd name="connsiteX0" fmla="*/ 794 w 50800"/>
                  <a:gd name="connsiteY0" fmla="*/ 794 h 50800"/>
                  <a:gd name="connsiteX1" fmla="*/ 51594 w 50800"/>
                  <a:gd name="connsiteY1" fmla="*/ 794 h 50800"/>
                  <a:gd name="connsiteX2" fmla="*/ 51594 w 50800"/>
                  <a:gd name="connsiteY2" fmla="*/ 51594 h 50800"/>
                  <a:gd name="connsiteX3" fmla="*/ 794 w 50800"/>
                  <a:gd name="connsiteY3" fmla="*/ 51594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00" h="50800">
                    <a:moveTo>
                      <a:pt x="794" y="794"/>
                    </a:moveTo>
                    <a:lnTo>
                      <a:pt x="51594" y="794"/>
                    </a:lnTo>
                    <a:lnTo>
                      <a:pt x="51594" y="51594"/>
                    </a:lnTo>
                    <a:lnTo>
                      <a:pt x="794" y="515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49" name="PA-任意多边形 5932">
                <a:extLst>
                  <a:ext uri="{FF2B5EF4-FFF2-40B4-BE49-F238E27FC236}">
                    <a16:creationId xmlns:a16="http://schemas.microsoft.com/office/drawing/2014/main" id="{9201FEA5-29FF-40F2-9D45-457F26482CA4}"/>
                  </a:ext>
                </a:extLst>
              </p:cNvPr>
              <p:cNvSpPr/>
              <p:nvPr>
                <p:custDataLst>
                  <p:tags r:id="rId83"/>
                </p:custDataLst>
              </p:nvPr>
            </p:nvSpPr>
            <p:spPr>
              <a:xfrm>
                <a:off x="13258006" y="7866856"/>
                <a:ext cx="50800" cy="50800"/>
              </a:xfrm>
              <a:custGeom>
                <a:avLst/>
                <a:gdLst>
                  <a:gd name="connsiteX0" fmla="*/ 794 w 50800"/>
                  <a:gd name="connsiteY0" fmla="*/ 794 h 50800"/>
                  <a:gd name="connsiteX1" fmla="*/ 51594 w 50800"/>
                  <a:gd name="connsiteY1" fmla="*/ 794 h 50800"/>
                  <a:gd name="connsiteX2" fmla="*/ 51594 w 50800"/>
                  <a:gd name="connsiteY2" fmla="*/ 51594 h 50800"/>
                  <a:gd name="connsiteX3" fmla="*/ 794 w 50800"/>
                  <a:gd name="connsiteY3" fmla="*/ 51594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00" h="50800">
                    <a:moveTo>
                      <a:pt x="794" y="794"/>
                    </a:moveTo>
                    <a:lnTo>
                      <a:pt x="51594" y="794"/>
                    </a:lnTo>
                    <a:lnTo>
                      <a:pt x="51594" y="51594"/>
                    </a:lnTo>
                    <a:lnTo>
                      <a:pt x="794" y="515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0" name="PA-任意多边形 5933">
                <a:extLst>
                  <a:ext uri="{FF2B5EF4-FFF2-40B4-BE49-F238E27FC236}">
                    <a16:creationId xmlns:a16="http://schemas.microsoft.com/office/drawing/2014/main" id="{ACF0CFE2-C079-4EC1-9307-BFC4596B4407}"/>
                  </a:ext>
                </a:extLst>
              </p:cNvPr>
              <p:cNvSpPr/>
              <p:nvPr>
                <p:custDataLst>
                  <p:tags r:id="rId84"/>
                </p:custDataLst>
              </p:nvPr>
            </p:nvSpPr>
            <p:spPr>
              <a:xfrm>
                <a:off x="13461206" y="7765256"/>
                <a:ext cx="50800" cy="50800"/>
              </a:xfrm>
              <a:custGeom>
                <a:avLst/>
                <a:gdLst>
                  <a:gd name="connsiteX0" fmla="*/ 794 w 50800"/>
                  <a:gd name="connsiteY0" fmla="*/ 794 h 50800"/>
                  <a:gd name="connsiteX1" fmla="*/ 51594 w 50800"/>
                  <a:gd name="connsiteY1" fmla="*/ 794 h 50800"/>
                  <a:gd name="connsiteX2" fmla="*/ 51594 w 50800"/>
                  <a:gd name="connsiteY2" fmla="*/ 51594 h 50800"/>
                  <a:gd name="connsiteX3" fmla="*/ 794 w 50800"/>
                  <a:gd name="connsiteY3" fmla="*/ 51594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00" h="50800">
                    <a:moveTo>
                      <a:pt x="794" y="794"/>
                    </a:moveTo>
                    <a:lnTo>
                      <a:pt x="51594" y="794"/>
                    </a:lnTo>
                    <a:lnTo>
                      <a:pt x="51594" y="51594"/>
                    </a:lnTo>
                    <a:lnTo>
                      <a:pt x="794" y="515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1" name="PA-任意多边形 5934">
                <a:extLst>
                  <a:ext uri="{FF2B5EF4-FFF2-40B4-BE49-F238E27FC236}">
                    <a16:creationId xmlns:a16="http://schemas.microsoft.com/office/drawing/2014/main" id="{47559496-FBBE-48F8-8E13-6EE243636CB8}"/>
                  </a:ext>
                </a:extLst>
              </p:cNvPr>
              <p:cNvSpPr/>
              <p:nvPr>
                <p:custDataLst>
                  <p:tags r:id="rId85"/>
                </p:custDataLst>
              </p:nvPr>
            </p:nvSpPr>
            <p:spPr>
              <a:xfrm>
                <a:off x="13461206" y="7866856"/>
                <a:ext cx="50800" cy="50800"/>
              </a:xfrm>
              <a:custGeom>
                <a:avLst/>
                <a:gdLst>
                  <a:gd name="connsiteX0" fmla="*/ 794 w 50800"/>
                  <a:gd name="connsiteY0" fmla="*/ 794 h 50800"/>
                  <a:gd name="connsiteX1" fmla="*/ 51594 w 50800"/>
                  <a:gd name="connsiteY1" fmla="*/ 794 h 50800"/>
                  <a:gd name="connsiteX2" fmla="*/ 51594 w 50800"/>
                  <a:gd name="connsiteY2" fmla="*/ 51594 h 50800"/>
                  <a:gd name="connsiteX3" fmla="*/ 794 w 50800"/>
                  <a:gd name="connsiteY3" fmla="*/ 51594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00" h="50800">
                    <a:moveTo>
                      <a:pt x="794" y="794"/>
                    </a:moveTo>
                    <a:lnTo>
                      <a:pt x="51594" y="794"/>
                    </a:lnTo>
                    <a:lnTo>
                      <a:pt x="51594" y="51594"/>
                    </a:lnTo>
                    <a:lnTo>
                      <a:pt x="794" y="515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2" name="PA-任意多边形 5935">
                <a:extLst>
                  <a:ext uri="{FF2B5EF4-FFF2-40B4-BE49-F238E27FC236}">
                    <a16:creationId xmlns:a16="http://schemas.microsoft.com/office/drawing/2014/main" id="{CFCD8B3B-9509-40CA-B4A0-A8D1EFEA88C7}"/>
                  </a:ext>
                </a:extLst>
              </p:cNvPr>
              <p:cNvSpPr/>
              <p:nvPr>
                <p:custDataLst>
                  <p:tags r:id="rId86"/>
                </p:custDataLst>
              </p:nvPr>
            </p:nvSpPr>
            <p:spPr>
              <a:xfrm>
                <a:off x="13461206" y="7968456"/>
                <a:ext cx="50800" cy="50800"/>
              </a:xfrm>
              <a:custGeom>
                <a:avLst/>
                <a:gdLst>
                  <a:gd name="connsiteX0" fmla="*/ 794 w 50800"/>
                  <a:gd name="connsiteY0" fmla="*/ 794 h 50800"/>
                  <a:gd name="connsiteX1" fmla="*/ 51594 w 50800"/>
                  <a:gd name="connsiteY1" fmla="*/ 794 h 50800"/>
                  <a:gd name="connsiteX2" fmla="*/ 51594 w 50800"/>
                  <a:gd name="connsiteY2" fmla="*/ 51594 h 50800"/>
                  <a:gd name="connsiteX3" fmla="*/ 794 w 50800"/>
                  <a:gd name="connsiteY3" fmla="*/ 51594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00" h="50800">
                    <a:moveTo>
                      <a:pt x="794" y="794"/>
                    </a:moveTo>
                    <a:lnTo>
                      <a:pt x="51594" y="794"/>
                    </a:lnTo>
                    <a:lnTo>
                      <a:pt x="51594" y="51594"/>
                    </a:lnTo>
                    <a:lnTo>
                      <a:pt x="794" y="515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3" name="PA-任意多边形 5936">
                <a:extLst>
                  <a:ext uri="{FF2B5EF4-FFF2-40B4-BE49-F238E27FC236}">
                    <a16:creationId xmlns:a16="http://schemas.microsoft.com/office/drawing/2014/main" id="{B41BA61B-CDF9-4959-9938-EDCF7AF611E3}"/>
                  </a:ext>
                </a:extLst>
              </p:cNvPr>
              <p:cNvSpPr/>
              <p:nvPr>
                <p:custDataLst>
                  <p:tags r:id="rId87"/>
                </p:custDataLst>
              </p:nvPr>
            </p:nvSpPr>
            <p:spPr>
              <a:xfrm>
                <a:off x="13359606" y="7765256"/>
                <a:ext cx="50800" cy="50800"/>
              </a:xfrm>
              <a:custGeom>
                <a:avLst/>
                <a:gdLst>
                  <a:gd name="connsiteX0" fmla="*/ 794 w 50800"/>
                  <a:gd name="connsiteY0" fmla="*/ 794 h 50800"/>
                  <a:gd name="connsiteX1" fmla="*/ 51594 w 50800"/>
                  <a:gd name="connsiteY1" fmla="*/ 794 h 50800"/>
                  <a:gd name="connsiteX2" fmla="*/ 51594 w 50800"/>
                  <a:gd name="connsiteY2" fmla="*/ 51594 h 50800"/>
                  <a:gd name="connsiteX3" fmla="*/ 794 w 50800"/>
                  <a:gd name="connsiteY3" fmla="*/ 51594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00" h="50800">
                    <a:moveTo>
                      <a:pt x="794" y="794"/>
                    </a:moveTo>
                    <a:lnTo>
                      <a:pt x="51594" y="794"/>
                    </a:lnTo>
                    <a:lnTo>
                      <a:pt x="51594" y="51594"/>
                    </a:lnTo>
                    <a:lnTo>
                      <a:pt x="794" y="515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4" name="PA-任意多边形 5937">
                <a:extLst>
                  <a:ext uri="{FF2B5EF4-FFF2-40B4-BE49-F238E27FC236}">
                    <a16:creationId xmlns:a16="http://schemas.microsoft.com/office/drawing/2014/main" id="{2DAD98CF-C152-4B9B-A933-4132D99B9FA5}"/>
                  </a:ext>
                </a:extLst>
              </p:cNvPr>
              <p:cNvSpPr/>
              <p:nvPr>
                <p:custDataLst>
                  <p:tags r:id="rId88"/>
                </p:custDataLst>
              </p:nvPr>
            </p:nvSpPr>
            <p:spPr>
              <a:xfrm>
                <a:off x="13359606" y="7866856"/>
                <a:ext cx="50800" cy="50800"/>
              </a:xfrm>
              <a:custGeom>
                <a:avLst/>
                <a:gdLst>
                  <a:gd name="connsiteX0" fmla="*/ 794 w 50800"/>
                  <a:gd name="connsiteY0" fmla="*/ 794 h 50800"/>
                  <a:gd name="connsiteX1" fmla="*/ 51594 w 50800"/>
                  <a:gd name="connsiteY1" fmla="*/ 794 h 50800"/>
                  <a:gd name="connsiteX2" fmla="*/ 51594 w 50800"/>
                  <a:gd name="connsiteY2" fmla="*/ 51594 h 50800"/>
                  <a:gd name="connsiteX3" fmla="*/ 794 w 50800"/>
                  <a:gd name="connsiteY3" fmla="*/ 51594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00" h="50800">
                    <a:moveTo>
                      <a:pt x="794" y="794"/>
                    </a:moveTo>
                    <a:lnTo>
                      <a:pt x="51594" y="794"/>
                    </a:lnTo>
                    <a:lnTo>
                      <a:pt x="51594" y="51594"/>
                    </a:lnTo>
                    <a:lnTo>
                      <a:pt x="794" y="515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5" name="PA-任意多边形 5938">
                <a:extLst>
                  <a:ext uri="{FF2B5EF4-FFF2-40B4-BE49-F238E27FC236}">
                    <a16:creationId xmlns:a16="http://schemas.microsoft.com/office/drawing/2014/main" id="{1C39A9CA-ED72-4EE8-8AA1-FA502920DD90}"/>
                  </a:ext>
                </a:extLst>
              </p:cNvPr>
              <p:cNvSpPr/>
              <p:nvPr>
                <p:custDataLst>
                  <p:tags r:id="rId89"/>
                </p:custDataLst>
              </p:nvPr>
            </p:nvSpPr>
            <p:spPr>
              <a:xfrm>
                <a:off x="13359606" y="7968456"/>
                <a:ext cx="50800" cy="50800"/>
              </a:xfrm>
              <a:custGeom>
                <a:avLst/>
                <a:gdLst>
                  <a:gd name="connsiteX0" fmla="*/ 794 w 50800"/>
                  <a:gd name="connsiteY0" fmla="*/ 794 h 50800"/>
                  <a:gd name="connsiteX1" fmla="*/ 51594 w 50800"/>
                  <a:gd name="connsiteY1" fmla="*/ 794 h 50800"/>
                  <a:gd name="connsiteX2" fmla="*/ 51594 w 50800"/>
                  <a:gd name="connsiteY2" fmla="*/ 51594 h 50800"/>
                  <a:gd name="connsiteX3" fmla="*/ 794 w 50800"/>
                  <a:gd name="connsiteY3" fmla="*/ 51594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00" h="50800">
                    <a:moveTo>
                      <a:pt x="794" y="794"/>
                    </a:moveTo>
                    <a:lnTo>
                      <a:pt x="51594" y="794"/>
                    </a:lnTo>
                    <a:lnTo>
                      <a:pt x="51594" y="51594"/>
                    </a:lnTo>
                    <a:lnTo>
                      <a:pt x="794" y="515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6" name="PA-任意多边形 5939">
                <a:extLst>
                  <a:ext uri="{FF2B5EF4-FFF2-40B4-BE49-F238E27FC236}">
                    <a16:creationId xmlns:a16="http://schemas.microsoft.com/office/drawing/2014/main" id="{900F72FD-CA42-4F63-B8F1-28A71641B949}"/>
                  </a:ext>
                </a:extLst>
              </p:cNvPr>
              <p:cNvSpPr/>
              <p:nvPr>
                <p:custDataLst>
                  <p:tags r:id="rId90"/>
                </p:custDataLst>
              </p:nvPr>
            </p:nvSpPr>
            <p:spPr>
              <a:xfrm>
                <a:off x="13562806" y="7765256"/>
                <a:ext cx="50800" cy="50800"/>
              </a:xfrm>
              <a:custGeom>
                <a:avLst/>
                <a:gdLst>
                  <a:gd name="connsiteX0" fmla="*/ 794 w 50800"/>
                  <a:gd name="connsiteY0" fmla="*/ 794 h 50800"/>
                  <a:gd name="connsiteX1" fmla="*/ 51594 w 50800"/>
                  <a:gd name="connsiteY1" fmla="*/ 794 h 50800"/>
                  <a:gd name="connsiteX2" fmla="*/ 51594 w 50800"/>
                  <a:gd name="connsiteY2" fmla="*/ 51594 h 50800"/>
                  <a:gd name="connsiteX3" fmla="*/ 794 w 50800"/>
                  <a:gd name="connsiteY3" fmla="*/ 51594 h 5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00" h="50800">
                    <a:moveTo>
                      <a:pt x="794" y="794"/>
                    </a:moveTo>
                    <a:lnTo>
                      <a:pt x="51594" y="794"/>
                    </a:lnTo>
                    <a:lnTo>
                      <a:pt x="51594" y="51594"/>
                    </a:lnTo>
                    <a:lnTo>
                      <a:pt x="794" y="515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7" name="PA-任意多边形 5940">
                <a:extLst>
                  <a:ext uri="{FF2B5EF4-FFF2-40B4-BE49-F238E27FC236}">
                    <a16:creationId xmlns:a16="http://schemas.microsoft.com/office/drawing/2014/main" id="{0BBC090C-33A2-4B4F-A769-AF1E526CE12D}"/>
                  </a:ext>
                </a:extLst>
              </p:cNvPr>
              <p:cNvSpPr/>
              <p:nvPr>
                <p:custDataLst>
                  <p:tags r:id="rId91"/>
                </p:custDataLst>
              </p:nvPr>
            </p:nvSpPr>
            <p:spPr>
              <a:xfrm>
                <a:off x="13562806" y="7866856"/>
                <a:ext cx="50800" cy="152400"/>
              </a:xfrm>
              <a:custGeom>
                <a:avLst/>
                <a:gdLst>
                  <a:gd name="connsiteX0" fmla="*/ 794 w 50800"/>
                  <a:gd name="connsiteY0" fmla="*/ 794 h 152400"/>
                  <a:gd name="connsiteX1" fmla="*/ 51594 w 50800"/>
                  <a:gd name="connsiteY1" fmla="*/ 794 h 152400"/>
                  <a:gd name="connsiteX2" fmla="*/ 51594 w 50800"/>
                  <a:gd name="connsiteY2" fmla="*/ 153194 h 152400"/>
                  <a:gd name="connsiteX3" fmla="*/ 794 w 50800"/>
                  <a:gd name="connsiteY3" fmla="*/ 153194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00" h="152400">
                    <a:moveTo>
                      <a:pt x="794" y="794"/>
                    </a:moveTo>
                    <a:lnTo>
                      <a:pt x="51594" y="794"/>
                    </a:lnTo>
                    <a:lnTo>
                      <a:pt x="51594" y="153194"/>
                    </a:lnTo>
                    <a:lnTo>
                      <a:pt x="794" y="1531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8" name="PA-任意多边形 5941">
                <a:extLst>
                  <a:ext uri="{FF2B5EF4-FFF2-40B4-BE49-F238E27FC236}">
                    <a16:creationId xmlns:a16="http://schemas.microsoft.com/office/drawing/2014/main" id="{8614ECC1-18EA-4300-959F-FC640C62B7FF}"/>
                  </a:ext>
                </a:extLst>
              </p:cNvPr>
              <p:cNvSpPr/>
              <p:nvPr>
                <p:custDataLst>
                  <p:tags r:id="rId92"/>
                </p:custDataLst>
              </p:nvPr>
            </p:nvSpPr>
            <p:spPr>
              <a:xfrm>
                <a:off x="12927806" y="7765256"/>
                <a:ext cx="76200" cy="508000"/>
              </a:xfrm>
              <a:custGeom>
                <a:avLst/>
                <a:gdLst>
                  <a:gd name="connsiteX0" fmla="*/ 51594 w 76200"/>
                  <a:gd name="connsiteY0" fmla="*/ 794 h 508000"/>
                  <a:gd name="connsiteX1" fmla="*/ 794 w 76200"/>
                  <a:gd name="connsiteY1" fmla="*/ 794 h 508000"/>
                  <a:gd name="connsiteX2" fmla="*/ 794 w 76200"/>
                  <a:gd name="connsiteY2" fmla="*/ 51594 h 508000"/>
                  <a:gd name="connsiteX3" fmla="*/ 26194 w 76200"/>
                  <a:gd name="connsiteY3" fmla="*/ 51594 h 508000"/>
                  <a:gd name="connsiteX4" fmla="*/ 26194 w 76200"/>
                  <a:gd name="connsiteY4" fmla="*/ 508794 h 508000"/>
                  <a:gd name="connsiteX5" fmla="*/ 76994 w 76200"/>
                  <a:gd name="connsiteY5" fmla="*/ 508794 h 508000"/>
                  <a:gd name="connsiteX6" fmla="*/ 76994 w 76200"/>
                  <a:gd name="connsiteY6" fmla="*/ 26194 h 508000"/>
                  <a:gd name="connsiteX7" fmla="*/ 51594 w 76200"/>
                  <a:gd name="connsiteY7" fmla="*/ 794 h 50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508000">
                    <a:moveTo>
                      <a:pt x="51594" y="794"/>
                    </a:moveTo>
                    <a:lnTo>
                      <a:pt x="794" y="794"/>
                    </a:lnTo>
                    <a:lnTo>
                      <a:pt x="794" y="51594"/>
                    </a:lnTo>
                    <a:lnTo>
                      <a:pt x="26194" y="51594"/>
                    </a:lnTo>
                    <a:lnTo>
                      <a:pt x="26194" y="508794"/>
                    </a:lnTo>
                    <a:lnTo>
                      <a:pt x="76994" y="508794"/>
                    </a:lnTo>
                    <a:lnTo>
                      <a:pt x="76994" y="26194"/>
                    </a:lnTo>
                    <a:cubicBezTo>
                      <a:pt x="76994" y="12167"/>
                      <a:pt x="65621" y="794"/>
                      <a:pt x="51594" y="794"/>
                    </a:cubicBez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9" name="PA-任意多边形 5942">
                <a:extLst>
                  <a:ext uri="{FF2B5EF4-FFF2-40B4-BE49-F238E27FC236}">
                    <a16:creationId xmlns:a16="http://schemas.microsoft.com/office/drawing/2014/main" id="{A1F5426B-1550-4C45-9801-91AAFD47FB46}"/>
                  </a:ext>
                </a:extLst>
              </p:cNvPr>
              <p:cNvSpPr/>
              <p:nvPr>
                <p:custDataLst>
                  <p:tags r:id="rId93"/>
                </p:custDataLst>
              </p:nvPr>
            </p:nvSpPr>
            <p:spPr>
              <a:xfrm>
                <a:off x="12292806" y="7765256"/>
                <a:ext cx="76200" cy="508000"/>
              </a:xfrm>
              <a:custGeom>
                <a:avLst/>
                <a:gdLst>
                  <a:gd name="connsiteX0" fmla="*/ 794 w 76200"/>
                  <a:gd name="connsiteY0" fmla="*/ 26194 h 508000"/>
                  <a:gd name="connsiteX1" fmla="*/ 794 w 76200"/>
                  <a:gd name="connsiteY1" fmla="*/ 508794 h 508000"/>
                  <a:gd name="connsiteX2" fmla="*/ 51594 w 76200"/>
                  <a:gd name="connsiteY2" fmla="*/ 508794 h 508000"/>
                  <a:gd name="connsiteX3" fmla="*/ 51594 w 76200"/>
                  <a:gd name="connsiteY3" fmla="*/ 51594 h 508000"/>
                  <a:gd name="connsiteX4" fmla="*/ 76994 w 76200"/>
                  <a:gd name="connsiteY4" fmla="*/ 51594 h 508000"/>
                  <a:gd name="connsiteX5" fmla="*/ 76994 w 76200"/>
                  <a:gd name="connsiteY5" fmla="*/ 794 h 508000"/>
                  <a:gd name="connsiteX6" fmla="*/ 26194 w 76200"/>
                  <a:gd name="connsiteY6" fmla="*/ 794 h 508000"/>
                  <a:gd name="connsiteX7" fmla="*/ 794 w 76200"/>
                  <a:gd name="connsiteY7" fmla="*/ 26194 h 50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508000">
                    <a:moveTo>
                      <a:pt x="794" y="26194"/>
                    </a:moveTo>
                    <a:lnTo>
                      <a:pt x="794" y="508794"/>
                    </a:lnTo>
                    <a:lnTo>
                      <a:pt x="51594" y="508794"/>
                    </a:lnTo>
                    <a:lnTo>
                      <a:pt x="51594" y="51594"/>
                    </a:lnTo>
                    <a:lnTo>
                      <a:pt x="76994" y="51594"/>
                    </a:lnTo>
                    <a:lnTo>
                      <a:pt x="76994" y="794"/>
                    </a:lnTo>
                    <a:lnTo>
                      <a:pt x="26194" y="794"/>
                    </a:lnTo>
                    <a:cubicBezTo>
                      <a:pt x="12167" y="794"/>
                      <a:pt x="794" y="12167"/>
                      <a:pt x="794" y="26194"/>
                    </a:cubicBez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60" name="PA-任意多边形 5943">
                <a:extLst>
                  <a:ext uri="{FF2B5EF4-FFF2-40B4-BE49-F238E27FC236}">
                    <a16:creationId xmlns:a16="http://schemas.microsoft.com/office/drawing/2014/main" id="{1013331F-27DC-460D-83ED-6290CDA4C3B3}"/>
                  </a:ext>
                </a:extLst>
              </p:cNvPr>
              <p:cNvSpPr/>
              <p:nvPr>
                <p:custDataLst>
                  <p:tags r:id="rId94"/>
                </p:custDataLst>
              </p:nvPr>
            </p:nvSpPr>
            <p:spPr>
              <a:xfrm>
                <a:off x="12521406" y="7358856"/>
                <a:ext cx="254000" cy="127000"/>
              </a:xfrm>
              <a:custGeom>
                <a:avLst/>
                <a:gdLst>
                  <a:gd name="connsiteX0" fmla="*/ 229394 w 254000"/>
                  <a:gd name="connsiteY0" fmla="*/ 51594 h 127000"/>
                  <a:gd name="connsiteX1" fmla="*/ 203994 w 254000"/>
                  <a:gd name="connsiteY1" fmla="*/ 26194 h 127000"/>
                  <a:gd name="connsiteX2" fmla="*/ 178594 w 254000"/>
                  <a:gd name="connsiteY2" fmla="*/ 794 h 127000"/>
                  <a:gd name="connsiteX3" fmla="*/ 127794 w 254000"/>
                  <a:gd name="connsiteY3" fmla="*/ 794 h 127000"/>
                  <a:gd name="connsiteX4" fmla="*/ 76994 w 254000"/>
                  <a:gd name="connsiteY4" fmla="*/ 794 h 127000"/>
                  <a:gd name="connsiteX5" fmla="*/ 51594 w 254000"/>
                  <a:gd name="connsiteY5" fmla="*/ 26194 h 127000"/>
                  <a:gd name="connsiteX6" fmla="*/ 26194 w 254000"/>
                  <a:gd name="connsiteY6" fmla="*/ 51594 h 127000"/>
                  <a:gd name="connsiteX7" fmla="*/ 794 w 254000"/>
                  <a:gd name="connsiteY7" fmla="*/ 76994 h 127000"/>
                  <a:gd name="connsiteX8" fmla="*/ 794 w 254000"/>
                  <a:gd name="connsiteY8" fmla="*/ 127794 h 127000"/>
                  <a:gd name="connsiteX9" fmla="*/ 51594 w 254000"/>
                  <a:gd name="connsiteY9" fmla="*/ 127794 h 127000"/>
                  <a:gd name="connsiteX10" fmla="*/ 51594 w 254000"/>
                  <a:gd name="connsiteY10" fmla="*/ 98041 h 127000"/>
                  <a:gd name="connsiteX11" fmla="*/ 98041 w 254000"/>
                  <a:gd name="connsiteY11" fmla="*/ 51594 h 127000"/>
                  <a:gd name="connsiteX12" fmla="*/ 127794 w 254000"/>
                  <a:gd name="connsiteY12" fmla="*/ 51594 h 127000"/>
                  <a:gd name="connsiteX13" fmla="*/ 157547 w 254000"/>
                  <a:gd name="connsiteY13" fmla="*/ 51594 h 127000"/>
                  <a:gd name="connsiteX14" fmla="*/ 203994 w 254000"/>
                  <a:gd name="connsiteY14" fmla="*/ 98041 h 127000"/>
                  <a:gd name="connsiteX15" fmla="*/ 203994 w 254000"/>
                  <a:gd name="connsiteY15" fmla="*/ 127794 h 127000"/>
                  <a:gd name="connsiteX16" fmla="*/ 254794 w 254000"/>
                  <a:gd name="connsiteY16" fmla="*/ 127794 h 127000"/>
                  <a:gd name="connsiteX17" fmla="*/ 254794 w 254000"/>
                  <a:gd name="connsiteY17" fmla="*/ 76994 h 127000"/>
                  <a:gd name="connsiteX18" fmla="*/ 229394 w 254000"/>
                  <a:gd name="connsiteY18" fmla="*/ 51594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54000" h="127000">
                    <a:moveTo>
                      <a:pt x="229394" y="51594"/>
                    </a:moveTo>
                    <a:cubicBezTo>
                      <a:pt x="215392" y="51594"/>
                      <a:pt x="203994" y="40196"/>
                      <a:pt x="203994" y="26194"/>
                    </a:cubicBezTo>
                    <a:cubicBezTo>
                      <a:pt x="203994" y="12167"/>
                      <a:pt x="192621" y="794"/>
                      <a:pt x="178594" y="794"/>
                    </a:cubicBezTo>
                    <a:lnTo>
                      <a:pt x="127794" y="794"/>
                    </a:lnTo>
                    <a:lnTo>
                      <a:pt x="76994" y="794"/>
                    </a:lnTo>
                    <a:cubicBezTo>
                      <a:pt x="62967" y="794"/>
                      <a:pt x="51594" y="12167"/>
                      <a:pt x="51594" y="26194"/>
                    </a:cubicBezTo>
                    <a:cubicBezTo>
                      <a:pt x="51594" y="40196"/>
                      <a:pt x="40196" y="51594"/>
                      <a:pt x="26194" y="51594"/>
                    </a:cubicBezTo>
                    <a:cubicBezTo>
                      <a:pt x="12167" y="51594"/>
                      <a:pt x="794" y="62967"/>
                      <a:pt x="794" y="76994"/>
                    </a:cubicBezTo>
                    <a:lnTo>
                      <a:pt x="794" y="127794"/>
                    </a:lnTo>
                    <a:lnTo>
                      <a:pt x="51594" y="127794"/>
                    </a:lnTo>
                    <a:lnTo>
                      <a:pt x="51594" y="98041"/>
                    </a:lnTo>
                    <a:cubicBezTo>
                      <a:pt x="73212" y="90376"/>
                      <a:pt x="90376" y="73212"/>
                      <a:pt x="98041" y="51594"/>
                    </a:cubicBezTo>
                    <a:lnTo>
                      <a:pt x="127794" y="51594"/>
                    </a:lnTo>
                    <a:lnTo>
                      <a:pt x="157547" y="51594"/>
                    </a:lnTo>
                    <a:cubicBezTo>
                      <a:pt x="165211" y="73212"/>
                      <a:pt x="182375" y="90376"/>
                      <a:pt x="203994" y="98041"/>
                    </a:cubicBezTo>
                    <a:lnTo>
                      <a:pt x="203994" y="127794"/>
                    </a:lnTo>
                    <a:lnTo>
                      <a:pt x="254794" y="127794"/>
                    </a:lnTo>
                    <a:lnTo>
                      <a:pt x="254794" y="76994"/>
                    </a:lnTo>
                    <a:cubicBezTo>
                      <a:pt x="254794" y="62967"/>
                      <a:pt x="243421" y="51594"/>
                      <a:pt x="229394" y="51594"/>
                    </a:cubicBez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61" name="PA-任意多边形 5944">
                <a:extLst>
                  <a:ext uri="{FF2B5EF4-FFF2-40B4-BE49-F238E27FC236}">
                    <a16:creationId xmlns:a16="http://schemas.microsoft.com/office/drawing/2014/main" id="{C6B1FAFA-9BD4-42B0-94F4-1F12F1537383}"/>
                  </a:ext>
                </a:extLst>
              </p:cNvPr>
              <p:cNvSpPr/>
              <p:nvPr>
                <p:custDataLst>
                  <p:tags r:id="rId95"/>
                </p:custDataLst>
              </p:nvPr>
            </p:nvSpPr>
            <p:spPr>
              <a:xfrm>
                <a:off x="12419806" y="7257256"/>
                <a:ext cx="457200" cy="762000"/>
              </a:xfrm>
              <a:custGeom>
                <a:avLst/>
                <a:gdLst>
                  <a:gd name="connsiteX0" fmla="*/ 457994 w 457200"/>
                  <a:gd name="connsiteY0" fmla="*/ 737394 h 762000"/>
                  <a:gd name="connsiteX1" fmla="*/ 457994 w 457200"/>
                  <a:gd name="connsiteY1" fmla="*/ 381794 h 762000"/>
                  <a:gd name="connsiteX2" fmla="*/ 457994 w 457200"/>
                  <a:gd name="connsiteY2" fmla="*/ 26194 h 762000"/>
                  <a:gd name="connsiteX3" fmla="*/ 432594 w 457200"/>
                  <a:gd name="connsiteY3" fmla="*/ 794 h 762000"/>
                  <a:gd name="connsiteX4" fmla="*/ 26194 w 457200"/>
                  <a:gd name="connsiteY4" fmla="*/ 794 h 762000"/>
                  <a:gd name="connsiteX5" fmla="*/ 794 w 457200"/>
                  <a:gd name="connsiteY5" fmla="*/ 26194 h 762000"/>
                  <a:gd name="connsiteX6" fmla="*/ 794 w 457200"/>
                  <a:gd name="connsiteY6" fmla="*/ 381794 h 762000"/>
                  <a:gd name="connsiteX7" fmla="*/ 794 w 457200"/>
                  <a:gd name="connsiteY7" fmla="*/ 737394 h 762000"/>
                  <a:gd name="connsiteX8" fmla="*/ 26194 w 457200"/>
                  <a:gd name="connsiteY8" fmla="*/ 762794 h 762000"/>
                  <a:gd name="connsiteX9" fmla="*/ 432594 w 457200"/>
                  <a:gd name="connsiteY9" fmla="*/ 762794 h 762000"/>
                  <a:gd name="connsiteX10" fmla="*/ 457994 w 457200"/>
                  <a:gd name="connsiteY10" fmla="*/ 737394 h 762000"/>
                  <a:gd name="connsiteX11" fmla="*/ 407194 w 457200"/>
                  <a:gd name="connsiteY11" fmla="*/ 711994 h 762000"/>
                  <a:gd name="connsiteX12" fmla="*/ 51594 w 457200"/>
                  <a:gd name="connsiteY12" fmla="*/ 711994 h 762000"/>
                  <a:gd name="connsiteX13" fmla="*/ 51594 w 457200"/>
                  <a:gd name="connsiteY13" fmla="*/ 381794 h 762000"/>
                  <a:gd name="connsiteX14" fmla="*/ 51594 w 457200"/>
                  <a:gd name="connsiteY14" fmla="*/ 51594 h 762000"/>
                  <a:gd name="connsiteX15" fmla="*/ 407194 w 457200"/>
                  <a:gd name="connsiteY15" fmla="*/ 51594 h 762000"/>
                  <a:gd name="connsiteX16" fmla="*/ 407194 w 457200"/>
                  <a:gd name="connsiteY16" fmla="*/ 381794 h 762000"/>
                  <a:gd name="connsiteX17" fmla="*/ 407194 w 457200"/>
                  <a:gd name="connsiteY17" fmla="*/ 711994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7200" h="762000">
                    <a:moveTo>
                      <a:pt x="457994" y="737394"/>
                    </a:moveTo>
                    <a:lnTo>
                      <a:pt x="457994" y="381794"/>
                    </a:lnTo>
                    <a:lnTo>
                      <a:pt x="457994" y="26194"/>
                    </a:lnTo>
                    <a:cubicBezTo>
                      <a:pt x="457994" y="12167"/>
                      <a:pt x="446621" y="794"/>
                      <a:pt x="432594" y="794"/>
                    </a:cubicBezTo>
                    <a:lnTo>
                      <a:pt x="26194" y="794"/>
                    </a:lnTo>
                    <a:cubicBezTo>
                      <a:pt x="12167" y="794"/>
                      <a:pt x="794" y="12167"/>
                      <a:pt x="794" y="26194"/>
                    </a:cubicBezTo>
                    <a:lnTo>
                      <a:pt x="794" y="381794"/>
                    </a:lnTo>
                    <a:lnTo>
                      <a:pt x="794" y="737394"/>
                    </a:lnTo>
                    <a:cubicBezTo>
                      <a:pt x="794" y="751421"/>
                      <a:pt x="12167" y="762794"/>
                      <a:pt x="26194" y="762794"/>
                    </a:cubicBezTo>
                    <a:lnTo>
                      <a:pt x="432594" y="762794"/>
                    </a:lnTo>
                    <a:cubicBezTo>
                      <a:pt x="446621" y="762794"/>
                      <a:pt x="457994" y="751421"/>
                      <a:pt x="457994" y="737394"/>
                    </a:cubicBezTo>
                    <a:close/>
                    <a:moveTo>
                      <a:pt x="407194" y="711994"/>
                    </a:moveTo>
                    <a:lnTo>
                      <a:pt x="51594" y="711994"/>
                    </a:lnTo>
                    <a:lnTo>
                      <a:pt x="51594" y="381794"/>
                    </a:lnTo>
                    <a:lnTo>
                      <a:pt x="51594" y="51594"/>
                    </a:lnTo>
                    <a:lnTo>
                      <a:pt x="407194" y="51594"/>
                    </a:lnTo>
                    <a:lnTo>
                      <a:pt x="407194" y="381794"/>
                    </a:lnTo>
                    <a:lnTo>
                      <a:pt x="407194" y="7119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62" name="PA-任意多边形 5945">
                <a:extLst>
                  <a:ext uri="{FF2B5EF4-FFF2-40B4-BE49-F238E27FC236}">
                    <a16:creationId xmlns:a16="http://schemas.microsoft.com/office/drawing/2014/main" id="{B595D850-2619-4DF8-AC44-DA296DF2A3C9}"/>
                  </a:ext>
                </a:extLst>
              </p:cNvPr>
              <p:cNvSpPr/>
              <p:nvPr>
                <p:custDataLst>
                  <p:tags r:id="rId96"/>
                </p:custDataLst>
              </p:nvPr>
            </p:nvSpPr>
            <p:spPr>
              <a:xfrm>
                <a:off x="12521406" y="7790656"/>
                <a:ext cx="254000" cy="127000"/>
              </a:xfrm>
              <a:custGeom>
                <a:avLst/>
                <a:gdLst>
                  <a:gd name="connsiteX0" fmla="*/ 203994 w 254000"/>
                  <a:gd name="connsiteY0" fmla="*/ 30547 h 127000"/>
                  <a:gd name="connsiteX1" fmla="*/ 157547 w 254000"/>
                  <a:gd name="connsiteY1" fmla="*/ 76994 h 127000"/>
                  <a:gd name="connsiteX2" fmla="*/ 127794 w 254000"/>
                  <a:gd name="connsiteY2" fmla="*/ 76994 h 127000"/>
                  <a:gd name="connsiteX3" fmla="*/ 98041 w 254000"/>
                  <a:gd name="connsiteY3" fmla="*/ 76994 h 127000"/>
                  <a:gd name="connsiteX4" fmla="*/ 51594 w 254000"/>
                  <a:gd name="connsiteY4" fmla="*/ 30547 h 127000"/>
                  <a:gd name="connsiteX5" fmla="*/ 51594 w 254000"/>
                  <a:gd name="connsiteY5" fmla="*/ 794 h 127000"/>
                  <a:gd name="connsiteX6" fmla="*/ 794 w 254000"/>
                  <a:gd name="connsiteY6" fmla="*/ 794 h 127000"/>
                  <a:gd name="connsiteX7" fmla="*/ 794 w 254000"/>
                  <a:gd name="connsiteY7" fmla="*/ 51594 h 127000"/>
                  <a:gd name="connsiteX8" fmla="*/ 26194 w 254000"/>
                  <a:gd name="connsiteY8" fmla="*/ 76994 h 127000"/>
                  <a:gd name="connsiteX9" fmla="*/ 51594 w 254000"/>
                  <a:gd name="connsiteY9" fmla="*/ 102394 h 127000"/>
                  <a:gd name="connsiteX10" fmla="*/ 76994 w 254000"/>
                  <a:gd name="connsiteY10" fmla="*/ 127794 h 127000"/>
                  <a:gd name="connsiteX11" fmla="*/ 127794 w 254000"/>
                  <a:gd name="connsiteY11" fmla="*/ 127794 h 127000"/>
                  <a:gd name="connsiteX12" fmla="*/ 178594 w 254000"/>
                  <a:gd name="connsiteY12" fmla="*/ 127794 h 127000"/>
                  <a:gd name="connsiteX13" fmla="*/ 203994 w 254000"/>
                  <a:gd name="connsiteY13" fmla="*/ 102394 h 127000"/>
                  <a:gd name="connsiteX14" fmla="*/ 229394 w 254000"/>
                  <a:gd name="connsiteY14" fmla="*/ 76994 h 127000"/>
                  <a:gd name="connsiteX15" fmla="*/ 254794 w 254000"/>
                  <a:gd name="connsiteY15" fmla="*/ 51594 h 127000"/>
                  <a:gd name="connsiteX16" fmla="*/ 254794 w 254000"/>
                  <a:gd name="connsiteY16" fmla="*/ 794 h 127000"/>
                  <a:gd name="connsiteX17" fmla="*/ 203994 w 254000"/>
                  <a:gd name="connsiteY17" fmla="*/ 794 h 127000"/>
                  <a:gd name="connsiteX18" fmla="*/ 203994 w 254000"/>
                  <a:gd name="connsiteY18" fmla="*/ 30547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54000" h="127000">
                    <a:moveTo>
                      <a:pt x="203994" y="30547"/>
                    </a:moveTo>
                    <a:cubicBezTo>
                      <a:pt x="182375" y="38211"/>
                      <a:pt x="165211" y="55375"/>
                      <a:pt x="157547" y="76994"/>
                    </a:cubicBezTo>
                    <a:lnTo>
                      <a:pt x="127794" y="76994"/>
                    </a:lnTo>
                    <a:lnTo>
                      <a:pt x="98041" y="76994"/>
                    </a:lnTo>
                    <a:cubicBezTo>
                      <a:pt x="90376" y="55375"/>
                      <a:pt x="73212" y="38211"/>
                      <a:pt x="51594" y="30547"/>
                    </a:cubicBezTo>
                    <a:lnTo>
                      <a:pt x="51594" y="794"/>
                    </a:lnTo>
                    <a:lnTo>
                      <a:pt x="794" y="794"/>
                    </a:lnTo>
                    <a:lnTo>
                      <a:pt x="794" y="51594"/>
                    </a:lnTo>
                    <a:cubicBezTo>
                      <a:pt x="794" y="65621"/>
                      <a:pt x="12167" y="76994"/>
                      <a:pt x="26194" y="76994"/>
                    </a:cubicBezTo>
                    <a:cubicBezTo>
                      <a:pt x="40196" y="76994"/>
                      <a:pt x="51594" y="88392"/>
                      <a:pt x="51594" y="102394"/>
                    </a:cubicBezTo>
                    <a:cubicBezTo>
                      <a:pt x="51594" y="116421"/>
                      <a:pt x="62967" y="127794"/>
                      <a:pt x="76994" y="127794"/>
                    </a:cubicBezTo>
                    <a:lnTo>
                      <a:pt x="127794" y="127794"/>
                    </a:lnTo>
                    <a:lnTo>
                      <a:pt x="178594" y="127794"/>
                    </a:lnTo>
                    <a:cubicBezTo>
                      <a:pt x="192621" y="127794"/>
                      <a:pt x="203994" y="116421"/>
                      <a:pt x="203994" y="102394"/>
                    </a:cubicBezTo>
                    <a:cubicBezTo>
                      <a:pt x="203994" y="88392"/>
                      <a:pt x="215392" y="76994"/>
                      <a:pt x="229394" y="76994"/>
                    </a:cubicBezTo>
                    <a:cubicBezTo>
                      <a:pt x="243421" y="76994"/>
                      <a:pt x="254794" y="65621"/>
                      <a:pt x="254794" y="51594"/>
                    </a:cubicBezTo>
                    <a:lnTo>
                      <a:pt x="254794" y="794"/>
                    </a:lnTo>
                    <a:lnTo>
                      <a:pt x="203994" y="794"/>
                    </a:lnTo>
                    <a:lnTo>
                      <a:pt x="203994" y="30547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63" name="PA-任意多边形 5946">
                <a:extLst>
                  <a:ext uri="{FF2B5EF4-FFF2-40B4-BE49-F238E27FC236}">
                    <a16:creationId xmlns:a16="http://schemas.microsoft.com/office/drawing/2014/main" id="{A8C40404-DC67-48AE-BEEE-DF31D7E790E8}"/>
                  </a:ext>
                </a:extLst>
              </p:cNvPr>
              <p:cNvSpPr/>
              <p:nvPr>
                <p:custDataLst>
                  <p:tags r:id="rId97"/>
                </p:custDataLst>
              </p:nvPr>
            </p:nvSpPr>
            <p:spPr>
              <a:xfrm>
                <a:off x="12521406" y="7511256"/>
                <a:ext cx="254000" cy="254000"/>
              </a:xfrm>
              <a:custGeom>
                <a:avLst/>
                <a:gdLst>
                  <a:gd name="connsiteX0" fmla="*/ 127794 w 254000"/>
                  <a:gd name="connsiteY0" fmla="*/ 794 h 254000"/>
                  <a:gd name="connsiteX1" fmla="*/ 794 w 254000"/>
                  <a:gd name="connsiteY1" fmla="*/ 127794 h 254000"/>
                  <a:gd name="connsiteX2" fmla="*/ 127794 w 254000"/>
                  <a:gd name="connsiteY2" fmla="*/ 254794 h 254000"/>
                  <a:gd name="connsiteX3" fmla="*/ 254794 w 254000"/>
                  <a:gd name="connsiteY3" fmla="*/ 127794 h 254000"/>
                  <a:gd name="connsiteX4" fmla="*/ 127794 w 254000"/>
                  <a:gd name="connsiteY4" fmla="*/ 794 h 254000"/>
                  <a:gd name="connsiteX5" fmla="*/ 127794 w 254000"/>
                  <a:gd name="connsiteY5" fmla="*/ 203994 h 254000"/>
                  <a:gd name="connsiteX6" fmla="*/ 51594 w 254000"/>
                  <a:gd name="connsiteY6" fmla="*/ 127794 h 254000"/>
                  <a:gd name="connsiteX7" fmla="*/ 127794 w 254000"/>
                  <a:gd name="connsiteY7" fmla="*/ 51594 h 254000"/>
                  <a:gd name="connsiteX8" fmla="*/ 203994 w 254000"/>
                  <a:gd name="connsiteY8" fmla="*/ 127794 h 254000"/>
                  <a:gd name="connsiteX9" fmla="*/ 127794 w 254000"/>
                  <a:gd name="connsiteY9" fmla="*/ 203994 h 254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000" h="254000">
                    <a:moveTo>
                      <a:pt x="127794" y="794"/>
                    </a:moveTo>
                    <a:cubicBezTo>
                      <a:pt x="57769" y="794"/>
                      <a:pt x="794" y="57769"/>
                      <a:pt x="794" y="127794"/>
                    </a:cubicBezTo>
                    <a:cubicBezTo>
                      <a:pt x="794" y="197818"/>
                      <a:pt x="57769" y="254794"/>
                      <a:pt x="127794" y="254794"/>
                    </a:cubicBezTo>
                    <a:cubicBezTo>
                      <a:pt x="197818" y="254794"/>
                      <a:pt x="254794" y="197818"/>
                      <a:pt x="254794" y="127794"/>
                    </a:cubicBezTo>
                    <a:cubicBezTo>
                      <a:pt x="254794" y="57769"/>
                      <a:pt x="197818" y="794"/>
                      <a:pt x="127794" y="794"/>
                    </a:cubicBezTo>
                    <a:close/>
                    <a:moveTo>
                      <a:pt x="127794" y="203994"/>
                    </a:moveTo>
                    <a:cubicBezTo>
                      <a:pt x="85776" y="203994"/>
                      <a:pt x="51594" y="169812"/>
                      <a:pt x="51594" y="127794"/>
                    </a:cubicBezTo>
                    <a:cubicBezTo>
                      <a:pt x="51594" y="85776"/>
                      <a:pt x="85776" y="51594"/>
                      <a:pt x="127794" y="51594"/>
                    </a:cubicBezTo>
                    <a:cubicBezTo>
                      <a:pt x="169812" y="51594"/>
                      <a:pt x="203994" y="85776"/>
                      <a:pt x="203994" y="127794"/>
                    </a:cubicBezTo>
                    <a:cubicBezTo>
                      <a:pt x="203994" y="169812"/>
                      <a:pt x="169812" y="203994"/>
                      <a:pt x="127794" y="203994"/>
                    </a:cubicBez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64" name="PA-任意多边形 5947">
                <a:extLst>
                  <a:ext uri="{FF2B5EF4-FFF2-40B4-BE49-F238E27FC236}">
                    <a16:creationId xmlns:a16="http://schemas.microsoft.com/office/drawing/2014/main" id="{ABC6437E-4932-4E7A-B3E7-41ED1D1449A1}"/>
                  </a:ext>
                </a:extLst>
              </p:cNvPr>
              <p:cNvSpPr/>
              <p:nvPr>
                <p:custDataLst>
                  <p:tags r:id="rId98"/>
                </p:custDataLst>
              </p:nvPr>
            </p:nvSpPr>
            <p:spPr>
              <a:xfrm>
                <a:off x="12292806" y="8324056"/>
                <a:ext cx="711200" cy="152400"/>
              </a:xfrm>
              <a:custGeom>
                <a:avLst/>
                <a:gdLst>
                  <a:gd name="connsiteX0" fmla="*/ 686594 w 711200"/>
                  <a:gd name="connsiteY0" fmla="*/ 794 h 152400"/>
                  <a:gd name="connsiteX1" fmla="*/ 26194 w 711200"/>
                  <a:gd name="connsiteY1" fmla="*/ 794 h 152400"/>
                  <a:gd name="connsiteX2" fmla="*/ 794 w 711200"/>
                  <a:gd name="connsiteY2" fmla="*/ 26194 h 152400"/>
                  <a:gd name="connsiteX3" fmla="*/ 794 w 711200"/>
                  <a:gd name="connsiteY3" fmla="*/ 127794 h 152400"/>
                  <a:gd name="connsiteX4" fmla="*/ 26194 w 711200"/>
                  <a:gd name="connsiteY4" fmla="*/ 153194 h 152400"/>
                  <a:gd name="connsiteX5" fmla="*/ 686594 w 711200"/>
                  <a:gd name="connsiteY5" fmla="*/ 153194 h 152400"/>
                  <a:gd name="connsiteX6" fmla="*/ 711994 w 711200"/>
                  <a:gd name="connsiteY6" fmla="*/ 127794 h 152400"/>
                  <a:gd name="connsiteX7" fmla="*/ 711994 w 711200"/>
                  <a:gd name="connsiteY7" fmla="*/ 26194 h 152400"/>
                  <a:gd name="connsiteX8" fmla="*/ 686594 w 711200"/>
                  <a:gd name="connsiteY8" fmla="*/ 794 h 152400"/>
                  <a:gd name="connsiteX9" fmla="*/ 661194 w 711200"/>
                  <a:gd name="connsiteY9" fmla="*/ 102394 h 152400"/>
                  <a:gd name="connsiteX10" fmla="*/ 51594 w 711200"/>
                  <a:gd name="connsiteY10" fmla="*/ 102394 h 152400"/>
                  <a:gd name="connsiteX11" fmla="*/ 51594 w 711200"/>
                  <a:gd name="connsiteY11" fmla="*/ 51594 h 152400"/>
                  <a:gd name="connsiteX12" fmla="*/ 661194 w 711200"/>
                  <a:gd name="connsiteY12" fmla="*/ 51594 h 152400"/>
                  <a:gd name="connsiteX13" fmla="*/ 661194 w 711200"/>
                  <a:gd name="connsiteY13" fmla="*/ 102394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11200" h="152400">
                    <a:moveTo>
                      <a:pt x="686594" y="794"/>
                    </a:moveTo>
                    <a:lnTo>
                      <a:pt x="26194" y="794"/>
                    </a:lnTo>
                    <a:cubicBezTo>
                      <a:pt x="12167" y="794"/>
                      <a:pt x="794" y="12167"/>
                      <a:pt x="794" y="26194"/>
                    </a:cubicBezTo>
                    <a:lnTo>
                      <a:pt x="794" y="127794"/>
                    </a:lnTo>
                    <a:cubicBezTo>
                      <a:pt x="794" y="141821"/>
                      <a:pt x="12167" y="153194"/>
                      <a:pt x="26194" y="153194"/>
                    </a:cubicBezTo>
                    <a:lnTo>
                      <a:pt x="686594" y="153194"/>
                    </a:lnTo>
                    <a:cubicBezTo>
                      <a:pt x="700621" y="153194"/>
                      <a:pt x="711994" y="141821"/>
                      <a:pt x="711994" y="127794"/>
                    </a:cubicBezTo>
                    <a:lnTo>
                      <a:pt x="711994" y="26194"/>
                    </a:lnTo>
                    <a:cubicBezTo>
                      <a:pt x="711994" y="12167"/>
                      <a:pt x="700621" y="794"/>
                      <a:pt x="686594" y="794"/>
                    </a:cubicBezTo>
                    <a:close/>
                    <a:moveTo>
                      <a:pt x="661194" y="102394"/>
                    </a:moveTo>
                    <a:lnTo>
                      <a:pt x="51594" y="102394"/>
                    </a:lnTo>
                    <a:lnTo>
                      <a:pt x="51594" y="51594"/>
                    </a:lnTo>
                    <a:lnTo>
                      <a:pt x="661194" y="51594"/>
                    </a:lnTo>
                    <a:lnTo>
                      <a:pt x="661194" y="102394"/>
                    </a:ln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65" name="PA-任意多边形 5948">
                <a:extLst>
                  <a:ext uri="{FF2B5EF4-FFF2-40B4-BE49-F238E27FC236}">
                    <a16:creationId xmlns:a16="http://schemas.microsoft.com/office/drawing/2014/main" id="{3F47032D-2661-46E8-B6EA-065C6C3D6B2A}"/>
                  </a:ext>
                </a:extLst>
              </p:cNvPr>
              <p:cNvSpPr/>
              <p:nvPr>
                <p:custDataLst>
                  <p:tags r:id="rId99"/>
                </p:custDataLst>
              </p:nvPr>
            </p:nvSpPr>
            <p:spPr>
              <a:xfrm>
                <a:off x="12496005" y="8070056"/>
                <a:ext cx="304800" cy="203200"/>
              </a:xfrm>
              <a:custGeom>
                <a:avLst/>
                <a:gdLst>
                  <a:gd name="connsiteX0" fmla="*/ 127795 w 304800"/>
                  <a:gd name="connsiteY0" fmla="*/ 51594 h 203200"/>
                  <a:gd name="connsiteX1" fmla="*/ 127795 w 304800"/>
                  <a:gd name="connsiteY1" fmla="*/ 794 h 203200"/>
                  <a:gd name="connsiteX2" fmla="*/ 76995 w 304800"/>
                  <a:gd name="connsiteY2" fmla="*/ 794 h 203200"/>
                  <a:gd name="connsiteX3" fmla="*/ 76995 w 304800"/>
                  <a:gd name="connsiteY3" fmla="*/ 26194 h 203200"/>
                  <a:gd name="connsiteX4" fmla="*/ 26195 w 304800"/>
                  <a:gd name="connsiteY4" fmla="*/ 26194 h 203200"/>
                  <a:gd name="connsiteX5" fmla="*/ 2728 w 304800"/>
                  <a:gd name="connsiteY5" fmla="*/ 41872 h 203200"/>
                  <a:gd name="connsiteX6" fmla="*/ 8234 w 304800"/>
                  <a:gd name="connsiteY6" fmla="*/ 69555 h 203200"/>
                  <a:gd name="connsiteX7" fmla="*/ 135234 w 304800"/>
                  <a:gd name="connsiteY7" fmla="*/ 196555 h 203200"/>
                  <a:gd name="connsiteX8" fmla="*/ 153192 w 304800"/>
                  <a:gd name="connsiteY8" fmla="*/ 203997 h 203200"/>
                  <a:gd name="connsiteX9" fmla="*/ 171150 w 304800"/>
                  <a:gd name="connsiteY9" fmla="*/ 196555 h 203200"/>
                  <a:gd name="connsiteX10" fmla="*/ 298150 w 304800"/>
                  <a:gd name="connsiteY10" fmla="*/ 69555 h 203200"/>
                  <a:gd name="connsiteX11" fmla="*/ 303655 w 304800"/>
                  <a:gd name="connsiteY11" fmla="*/ 41872 h 203200"/>
                  <a:gd name="connsiteX12" fmla="*/ 280195 w 304800"/>
                  <a:gd name="connsiteY12" fmla="*/ 26194 h 203200"/>
                  <a:gd name="connsiteX13" fmla="*/ 229395 w 304800"/>
                  <a:gd name="connsiteY13" fmla="*/ 26194 h 203200"/>
                  <a:gd name="connsiteX14" fmla="*/ 229395 w 304800"/>
                  <a:gd name="connsiteY14" fmla="*/ 794 h 203200"/>
                  <a:gd name="connsiteX15" fmla="*/ 178595 w 304800"/>
                  <a:gd name="connsiteY15" fmla="*/ 794 h 203200"/>
                  <a:gd name="connsiteX16" fmla="*/ 178595 w 304800"/>
                  <a:gd name="connsiteY16" fmla="*/ 51594 h 203200"/>
                  <a:gd name="connsiteX17" fmla="*/ 203995 w 304800"/>
                  <a:gd name="connsiteY17" fmla="*/ 76994 h 203200"/>
                  <a:gd name="connsiteX18" fmla="*/ 218879 w 304800"/>
                  <a:gd name="connsiteY18" fmla="*/ 76994 h 203200"/>
                  <a:gd name="connsiteX19" fmla="*/ 153195 w 304800"/>
                  <a:gd name="connsiteY19" fmla="*/ 142678 h 203200"/>
                  <a:gd name="connsiteX20" fmla="*/ 87514 w 304800"/>
                  <a:gd name="connsiteY20" fmla="*/ 76994 h 203200"/>
                  <a:gd name="connsiteX21" fmla="*/ 102395 w 304800"/>
                  <a:gd name="connsiteY21" fmla="*/ 76994 h 203200"/>
                  <a:gd name="connsiteX22" fmla="*/ 127795 w 304800"/>
                  <a:gd name="connsiteY22" fmla="*/ 51594 h 203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04800" h="203200">
                    <a:moveTo>
                      <a:pt x="127795" y="51594"/>
                    </a:moveTo>
                    <a:lnTo>
                      <a:pt x="127795" y="794"/>
                    </a:lnTo>
                    <a:lnTo>
                      <a:pt x="76995" y="794"/>
                    </a:lnTo>
                    <a:lnTo>
                      <a:pt x="76995" y="26194"/>
                    </a:lnTo>
                    <a:lnTo>
                      <a:pt x="26195" y="26194"/>
                    </a:lnTo>
                    <a:cubicBezTo>
                      <a:pt x="15927" y="26194"/>
                      <a:pt x="6662" y="32382"/>
                      <a:pt x="2728" y="41872"/>
                    </a:cubicBezTo>
                    <a:cubicBezTo>
                      <a:pt x="-1202" y="51371"/>
                      <a:pt x="966" y="62287"/>
                      <a:pt x="8234" y="69555"/>
                    </a:cubicBezTo>
                    <a:lnTo>
                      <a:pt x="135234" y="196555"/>
                    </a:lnTo>
                    <a:cubicBezTo>
                      <a:pt x="140196" y="201517"/>
                      <a:pt x="146692" y="203997"/>
                      <a:pt x="153192" y="203997"/>
                    </a:cubicBezTo>
                    <a:cubicBezTo>
                      <a:pt x="159691" y="203997"/>
                      <a:pt x="166190" y="201517"/>
                      <a:pt x="171150" y="196555"/>
                    </a:cubicBezTo>
                    <a:lnTo>
                      <a:pt x="298150" y="69555"/>
                    </a:lnTo>
                    <a:cubicBezTo>
                      <a:pt x="305417" y="62287"/>
                      <a:pt x="307589" y="51371"/>
                      <a:pt x="303655" y="41872"/>
                    </a:cubicBezTo>
                    <a:cubicBezTo>
                      <a:pt x="299727" y="32382"/>
                      <a:pt x="290463" y="26194"/>
                      <a:pt x="280195" y="26194"/>
                    </a:cubicBezTo>
                    <a:lnTo>
                      <a:pt x="229395" y="26194"/>
                    </a:lnTo>
                    <a:lnTo>
                      <a:pt x="229395" y="794"/>
                    </a:lnTo>
                    <a:lnTo>
                      <a:pt x="178595" y="794"/>
                    </a:lnTo>
                    <a:lnTo>
                      <a:pt x="178595" y="51594"/>
                    </a:lnTo>
                    <a:cubicBezTo>
                      <a:pt x="178595" y="65621"/>
                      <a:pt x="189968" y="76994"/>
                      <a:pt x="203995" y="76994"/>
                    </a:cubicBezTo>
                    <a:lnTo>
                      <a:pt x="218879" y="76994"/>
                    </a:lnTo>
                    <a:lnTo>
                      <a:pt x="153195" y="142678"/>
                    </a:lnTo>
                    <a:lnTo>
                      <a:pt x="87514" y="76994"/>
                    </a:lnTo>
                    <a:lnTo>
                      <a:pt x="102395" y="76994"/>
                    </a:lnTo>
                    <a:cubicBezTo>
                      <a:pt x="116422" y="76994"/>
                      <a:pt x="127795" y="65621"/>
                      <a:pt x="127795" y="51594"/>
                    </a:cubicBezTo>
                    <a:close/>
                  </a:path>
                </a:pathLst>
              </a:custGeom>
              <a:solidFill>
                <a:srgbClr val="000000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87" name="PA-713-713680-Devices-372042">
              <a:extLst>
                <a:ext uri="{FF2B5EF4-FFF2-40B4-BE49-F238E27FC236}">
                  <a16:creationId xmlns:a16="http://schemas.microsoft.com/office/drawing/2014/main" id="{CD08439F-7255-4F82-83E0-0B0E5AAEC7AB}"/>
                </a:ext>
              </a:extLst>
            </p:cNvPr>
            <p:cNvGrpSpPr/>
            <p:nvPr>
              <p:custDataLst>
                <p:tags r:id="rId10"/>
              </p:custDataLst>
            </p:nvPr>
          </p:nvGrpSpPr>
          <p:grpSpPr>
            <a:xfrm>
              <a:off x="3447888" y="5735145"/>
              <a:ext cx="838888" cy="732241"/>
              <a:chOff x="22859165" y="3620310"/>
              <a:chExt cx="1526912" cy="1332797"/>
            </a:xfrm>
          </p:grpSpPr>
          <p:sp>
            <p:nvSpPr>
              <p:cNvPr id="288" name="PA-任意多边形: 形状 1097">
                <a:extLst>
                  <a:ext uri="{FF2B5EF4-FFF2-40B4-BE49-F238E27FC236}">
                    <a16:creationId xmlns:a16="http://schemas.microsoft.com/office/drawing/2014/main" id="{F5BE1376-A87F-41DF-A19E-14D237E48356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22859165" y="3620310"/>
                <a:ext cx="1286282" cy="823872"/>
              </a:xfrm>
              <a:custGeom>
                <a:avLst/>
                <a:gdLst>
                  <a:gd name="connsiteX0" fmla="*/ 1288224 w 1286282"/>
                  <a:gd name="connsiteY0" fmla="*/ 824997 h 823871"/>
                  <a:gd name="connsiteX1" fmla="*/ 835 w 1286282"/>
                  <a:gd name="connsiteY1" fmla="*/ 824997 h 823871"/>
                  <a:gd name="connsiteX2" fmla="*/ 835 w 1286282"/>
                  <a:gd name="connsiteY2" fmla="*/ 41501 h 823871"/>
                  <a:gd name="connsiteX3" fmla="*/ 41501 w 1286282"/>
                  <a:gd name="connsiteY3" fmla="*/ 835 h 823871"/>
                  <a:gd name="connsiteX4" fmla="*/ 1247561 w 1286282"/>
                  <a:gd name="connsiteY4" fmla="*/ 835 h 823871"/>
                  <a:gd name="connsiteX5" fmla="*/ 1288228 w 1286282"/>
                  <a:gd name="connsiteY5" fmla="*/ 41501 h 823871"/>
                  <a:gd name="connsiteX6" fmla="*/ 1288228 w 1286282"/>
                  <a:gd name="connsiteY6" fmla="*/ 824997 h 823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6282" h="823871">
                    <a:moveTo>
                      <a:pt x="1288224" y="824997"/>
                    </a:moveTo>
                    <a:lnTo>
                      <a:pt x="835" y="824997"/>
                    </a:lnTo>
                    <a:lnTo>
                      <a:pt x="835" y="41501"/>
                    </a:lnTo>
                    <a:cubicBezTo>
                      <a:pt x="835" y="19042"/>
                      <a:pt x="19042" y="835"/>
                      <a:pt x="41501" y="835"/>
                    </a:cubicBezTo>
                    <a:lnTo>
                      <a:pt x="1247561" y="835"/>
                    </a:lnTo>
                    <a:cubicBezTo>
                      <a:pt x="1270021" y="835"/>
                      <a:pt x="1288228" y="19042"/>
                      <a:pt x="1288228" y="41501"/>
                    </a:cubicBezTo>
                    <a:lnTo>
                      <a:pt x="1288228" y="824997"/>
                    </a:lnTo>
                    <a:close/>
                  </a:path>
                </a:pathLst>
              </a:custGeom>
              <a:solidFill>
                <a:srgbClr val="EBF0F3"/>
              </a:solidFill>
              <a:ln w="325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89" name="PA-任意多边形: 形状 1098">
                <a:extLst>
                  <a:ext uri="{FF2B5EF4-FFF2-40B4-BE49-F238E27FC236}">
                    <a16:creationId xmlns:a16="http://schemas.microsoft.com/office/drawing/2014/main" id="{F85B42CB-8397-426D-A2F1-1F764B0DE6A3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22859165" y="4444471"/>
                <a:ext cx="1286282" cy="205154"/>
              </a:xfrm>
              <a:custGeom>
                <a:avLst/>
                <a:gdLst>
                  <a:gd name="connsiteX0" fmla="*/ 1288224 w 1286282"/>
                  <a:gd name="connsiteY0" fmla="*/ 835 h 205153"/>
                  <a:gd name="connsiteX1" fmla="*/ 835 w 1286282"/>
                  <a:gd name="connsiteY1" fmla="*/ 835 h 205153"/>
                  <a:gd name="connsiteX2" fmla="*/ 835 w 1286282"/>
                  <a:gd name="connsiteY2" fmla="*/ 165560 h 205153"/>
                  <a:gd name="connsiteX3" fmla="*/ 41501 w 1286282"/>
                  <a:gd name="connsiteY3" fmla="*/ 206227 h 205153"/>
                  <a:gd name="connsiteX4" fmla="*/ 1247561 w 1286282"/>
                  <a:gd name="connsiteY4" fmla="*/ 206227 h 205153"/>
                  <a:gd name="connsiteX5" fmla="*/ 1288228 w 1286282"/>
                  <a:gd name="connsiteY5" fmla="*/ 165560 h 205153"/>
                  <a:gd name="connsiteX6" fmla="*/ 1288228 w 1286282"/>
                  <a:gd name="connsiteY6" fmla="*/ 835 h 205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6282" h="205153">
                    <a:moveTo>
                      <a:pt x="1288224" y="835"/>
                    </a:moveTo>
                    <a:lnTo>
                      <a:pt x="835" y="835"/>
                    </a:lnTo>
                    <a:lnTo>
                      <a:pt x="835" y="165560"/>
                    </a:lnTo>
                    <a:cubicBezTo>
                      <a:pt x="835" y="188020"/>
                      <a:pt x="19042" y="206227"/>
                      <a:pt x="41501" y="206227"/>
                    </a:cubicBezTo>
                    <a:lnTo>
                      <a:pt x="1247561" y="206227"/>
                    </a:lnTo>
                    <a:cubicBezTo>
                      <a:pt x="1270021" y="206227"/>
                      <a:pt x="1288228" y="188020"/>
                      <a:pt x="1288228" y="165560"/>
                    </a:cubicBezTo>
                    <a:lnTo>
                      <a:pt x="1288228" y="835"/>
                    </a:lnTo>
                    <a:close/>
                  </a:path>
                </a:pathLst>
              </a:custGeom>
              <a:solidFill>
                <a:srgbClr val="64798A"/>
              </a:solidFill>
              <a:ln w="325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0" name="PA-任意多边形: 形状 1099">
                <a:extLst>
                  <a:ext uri="{FF2B5EF4-FFF2-40B4-BE49-F238E27FC236}">
                    <a16:creationId xmlns:a16="http://schemas.microsoft.com/office/drawing/2014/main" id="{CBE20122-C1C5-480E-BFA9-9DA00448CBAD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22901153" y="3662206"/>
                <a:ext cx="1204872" cy="739205"/>
              </a:xfrm>
              <a:custGeom>
                <a:avLst/>
                <a:gdLst>
                  <a:gd name="connsiteX0" fmla="*/ 835 w 1204871"/>
                  <a:gd name="connsiteY0" fmla="*/ 835 h 739205"/>
                  <a:gd name="connsiteX1" fmla="*/ 1204329 w 1204871"/>
                  <a:gd name="connsiteY1" fmla="*/ 835 h 739205"/>
                  <a:gd name="connsiteX2" fmla="*/ 1204329 w 1204871"/>
                  <a:gd name="connsiteY2" fmla="*/ 741190 h 739205"/>
                  <a:gd name="connsiteX3" fmla="*/ 835 w 1204871"/>
                  <a:gd name="connsiteY3" fmla="*/ 741190 h 739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4871" h="739205">
                    <a:moveTo>
                      <a:pt x="835" y="835"/>
                    </a:moveTo>
                    <a:lnTo>
                      <a:pt x="1204329" y="835"/>
                    </a:lnTo>
                    <a:lnTo>
                      <a:pt x="1204329" y="741190"/>
                    </a:lnTo>
                    <a:lnTo>
                      <a:pt x="835" y="741190"/>
                    </a:lnTo>
                    <a:close/>
                  </a:path>
                </a:pathLst>
              </a:custGeom>
              <a:solidFill>
                <a:srgbClr val="44C4A1"/>
              </a:solidFill>
              <a:ln w="325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1" name="PA-任意多边形: 形状 1100">
                <a:extLst>
                  <a:ext uri="{FF2B5EF4-FFF2-40B4-BE49-F238E27FC236}">
                    <a16:creationId xmlns:a16="http://schemas.microsoft.com/office/drawing/2014/main" id="{9814B0AC-A8B6-4D45-BF83-4425F0FCF3A6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23429577" y="4473844"/>
                <a:ext cx="146538" cy="146538"/>
              </a:xfrm>
              <a:custGeom>
                <a:avLst/>
                <a:gdLst>
                  <a:gd name="connsiteX0" fmla="*/ 147478 w 146538"/>
                  <a:gd name="connsiteY0" fmla="*/ 74156 h 146538"/>
                  <a:gd name="connsiteX1" fmla="*/ 74156 w 146538"/>
                  <a:gd name="connsiteY1" fmla="*/ 147478 h 146538"/>
                  <a:gd name="connsiteX2" fmla="*/ 835 w 146538"/>
                  <a:gd name="connsiteY2" fmla="*/ 74156 h 146538"/>
                  <a:gd name="connsiteX3" fmla="*/ 74156 w 146538"/>
                  <a:gd name="connsiteY3" fmla="*/ 835 h 146538"/>
                  <a:gd name="connsiteX4" fmla="*/ 147478 w 146538"/>
                  <a:gd name="connsiteY4" fmla="*/ 74156 h 14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538" h="146538">
                    <a:moveTo>
                      <a:pt x="147478" y="74156"/>
                    </a:moveTo>
                    <a:cubicBezTo>
                      <a:pt x="147478" y="114651"/>
                      <a:pt x="114651" y="147478"/>
                      <a:pt x="74156" y="147478"/>
                    </a:cubicBezTo>
                    <a:cubicBezTo>
                      <a:pt x="33662" y="147478"/>
                      <a:pt x="835" y="114651"/>
                      <a:pt x="835" y="74156"/>
                    </a:cubicBezTo>
                    <a:cubicBezTo>
                      <a:pt x="835" y="33662"/>
                      <a:pt x="33662" y="835"/>
                      <a:pt x="74156" y="835"/>
                    </a:cubicBezTo>
                    <a:cubicBezTo>
                      <a:pt x="114651" y="835"/>
                      <a:pt x="147478" y="33662"/>
                      <a:pt x="147478" y="74156"/>
                    </a:cubicBezTo>
                    <a:close/>
                  </a:path>
                </a:pathLst>
              </a:custGeom>
              <a:solidFill>
                <a:srgbClr val="E1E6E9"/>
              </a:solidFill>
              <a:ln w="325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2" name="PA-任意多边形: 形状 1101">
                <a:extLst>
                  <a:ext uri="{FF2B5EF4-FFF2-40B4-BE49-F238E27FC236}">
                    <a16:creationId xmlns:a16="http://schemas.microsoft.com/office/drawing/2014/main" id="{EDB3EAAD-AFDF-462D-A33B-44FC7AE6DF27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23907385" y="4800056"/>
                <a:ext cx="478692" cy="153051"/>
              </a:xfrm>
              <a:custGeom>
                <a:avLst/>
                <a:gdLst>
                  <a:gd name="connsiteX0" fmla="*/ 436903 w 478692"/>
                  <a:gd name="connsiteY0" fmla="*/ 152250 h 153051"/>
                  <a:gd name="connsiteX1" fmla="*/ 43108 w 478692"/>
                  <a:gd name="connsiteY1" fmla="*/ 152250 h 153051"/>
                  <a:gd name="connsiteX2" fmla="*/ 2442 w 478692"/>
                  <a:gd name="connsiteY2" fmla="*/ 111584 h 153051"/>
                  <a:gd name="connsiteX3" fmla="*/ 2442 w 478692"/>
                  <a:gd name="connsiteY3" fmla="*/ 2442 h 153051"/>
                  <a:gd name="connsiteX4" fmla="*/ 477566 w 478692"/>
                  <a:gd name="connsiteY4" fmla="*/ 2442 h 153051"/>
                  <a:gd name="connsiteX5" fmla="*/ 477566 w 478692"/>
                  <a:gd name="connsiteY5" fmla="*/ 111584 h 153051"/>
                  <a:gd name="connsiteX6" fmla="*/ 436903 w 478692"/>
                  <a:gd name="connsiteY6" fmla="*/ 152250 h 153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8692" h="153051">
                    <a:moveTo>
                      <a:pt x="436903" y="152250"/>
                    </a:moveTo>
                    <a:lnTo>
                      <a:pt x="43108" y="152250"/>
                    </a:lnTo>
                    <a:cubicBezTo>
                      <a:pt x="20649" y="152250"/>
                      <a:pt x="2442" y="134044"/>
                      <a:pt x="2442" y="111584"/>
                    </a:cubicBezTo>
                    <a:lnTo>
                      <a:pt x="2442" y="2442"/>
                    </a:lnTo>
                    <a:lnTo>
                      <a:pt x="477566" y="2442"/>
                    </a:lnTo>
                    <a:lnTo>
                      <a:pt x="477566" y="111584"/>
                    </a:lnTo>
                    <a:cubicBezTo>
                      <a:pt x="477569" y="134044"/>
                      <a:pt x="459362" y="152250"/>
                      <a:pt x="436903" y="152250"/>
                    </a:cubicBezTo>
                    <a:close/>
                  </a:path>
                </a:pathLst>
              </a:custGeom>
              <a:solidFill>
                <a:srgbClr val="2D93B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3" name="PA-任意多边形: 形状 1102">
                <a:extLst>
                  <a:ext uri="{FF2B5EF4-FFF2-40B4-BE49-F238E27FC236}">
                    <a16:creationId xmlns:a16="http://schemas.microsoft.com/office/drawing/2014/main" id="{7B85D9FE-1EC2-41D4-89C2-9A8AFE1E26AC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23907385" y="4158312"/>
                <a:ext cx="478692" cy="127000"/>
              </a:xfrm>
              <a:custGeom>
                <a:avLst/>
                <a:gdLst>
                  <a:gd name="connsiteX0" fmla="*/ 477569 w 478692"/>
                  <a:gd name="connsiteY0" fmla="*/ 127163 h 127000"/>
                  <a:gd name="connsiteX1" fmla="*/ 2442 w 478692"/>
                  <a:gd name="connsiteY1" fmla="*/ 127163 h 127000"/>
                  <a:gd name="connsiteX2" fmla="*/ 2442 w 478692"/>
                  <a:gd name="connsiteY2" fmla="*/ 43108 h 127000"/>
                  <a:gd name="connsiteX3" fmla="*/ 43108 w 478692"/>
                  <a:gd name="connsiteY3" fmla="*/ 2442 h 127000"/>
                  <a:gd name="connsiteX4" fmla="*/ 436903 w 478692"/>
                  <a:gd name="connsiteY4" fmla="*/ 2442 h 127000"/>
                  <a:gd name="connsiteX5" fmla="*/ 477569 w 478692"/>
                  <a:gd name="connsiteY5" fmla="*/ 43108 h 127000"/>
                  <a:gd name="connsiteX6" fmla="*/ 477569 w 478692"/>
                  <a:gd name="connsiteY6" fmla="*/ 127163 h 12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8692" h="127000">
                    <a:moveTo>
                      <a:pt x="477569" y="127163"/>
                    </a:moveTo>
                    <a:lnTo>
                      <a:pt x="2442" y="127163"/>
                    </a:lnTo>
                    <a:lnTo>
                      <a:pt x="2442" y="43108"/>
                    </a:lnTo>
                    <a:cubicBezTo>
                      <a:pt x="2442" y="20649"/>
                      <a:pt x="20649" y="2442"/>
                      <a:pt x="43108" y="2442"/>
                    </a:cubicBezTo>
                    <a:lnTo>
                      <a:pt x="436903" y="2442"/>
                    </a:lnTo>
                    <a:cubicBezTo>
                      <a:pt x="459362" y="2442"/>
                      <a:pt x="477569" y="20649"/>
                      <a:pt x="477569" y="43108"/>
                    </a:cubicBezTo>
                    <a:lnTo>
                      <a:pt x="477569" y="127163"/>
                    </a:lnTo>
                    <a:close/>
                  </a:path>
                </a:pathLst>
              </a:custGeom>
              <a:solidFill>
                <a:srgbClr val="2D93B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4" name="PA-任意多边形: 形状 1103">
                <a:extLst>
                  <a:ext uri="{FF2B5EF4-FFF2-40B4-BE49-F238E27FC236}">
                    <a16:creationId xmlns:a16="http://schemas.microsoft.com/office/drawing/2014/main" id="{8CAEA95B-9D9E-4228-A983-1A40A87831D8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23908944" y="4284630"/>
                <a:ext cx="475436" cy="517769"/>
              </a:xfrm>
              <a:custGeom>
                <a:avLst/>
                <a:gdLst>
                  <a:gd name="connsiteX0" fmla="*/ 835 w 475435"/>
                  <a:gd name="connsiteY0" fmla="*/ 835 h 517769"/>
                  <a:gd name="connsiteX1" fmla="*/ 475971 w 475435"/>
                  <a:gd name="connsiteY1" fmla="*/ 835 h 517769"/>
                  <a:gd name="connsiteX2" fmla="*/ 475971 w 475435"/>
                  <a:gd name="connsiteY2" fmla="*/ 517855 h 517769"/>
                  <a:gd name="connsiteX3" fmla="*/ 835 w 475435"/>
                  <a:gd name="connsiteY3" fmla="*/ 517855 h 517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5435" h="517769">
                    <a:moveTo>
                      <a:pt x="835" y="835"/>
                    </a:moveTo>
                    <a:lnTo>
                      <a:pt x="475971" y="835"/>
                    </a:lnTo>
                    <a:lnTo>
                      <a:pt x="475971" y="517855"/>
                    </a:lnTo>
                    <a:lnTo>
                      <a:pt x="835" y="517855"/>
                    </a:lnTo>
                    <a:close/>
                  </a:path>
                </a:pathLst>
              </a:custGeom>
              <a:solidFill>
                <a:srgbClr val="E1E6E9"/>
              </a:solidFill>
              <a:ln w="325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5" name="PA-任意多边形: 形状 1104">
                <a:extLst>
                  <a:ext uri="{FF2B5EF4-FFF2-40B4-BE49-F238E27FC236}">
                    <a16:creationId xmlns:a16="http://schemas.microsoft.com/office/drawing/2014/main" id="{3BC59527-D014-41D0-B5E3-5E2723918894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24041805" y="4206564"/>
                <a:ext cx="208410" cy="32564"/>
              </a:xfrm>
              <a:custGeom>
                <a:avLst/>
                <a:gdLst>
                  <a:gd name="connsiteX0" fmla="*/ 195090 w 208410"/>
                  <a:gd name="connsiteY0" fmla="*/ 32263 h 32564"/>
                  <a:gd name="connsiteX1" fmla="*/ 16085 w 208410"/>
                  <a:gd name="connsiteY1" fmla="*/ 32263 h 32564"/>
                  <a:gd name="connsiteX2" fmla="*/ 835 w 208410"/>
                  <a:gd name="connsiteY2" fmla="*/ 17013 h 32564"/>
                  <a:gd name="connsiteX3" fmla="*/ 835 w 208410"/>
                  <a:gd name="connsiteY3" fmla="*/ 16085 h 32564"/>
                  <a:gd name="connsiteX4" fmla="*/ 16085 w 208410"/>
                  <a:gd name="connsiteY4" fmla="*/ 835 h 32564"/>
                  <a:gd name="connsiteX5" fmla="*/ 195090 w 208410"/>
                  <a:gd name="connsiteY5" fmla="*/ 835 h 32564"/>
                  <a:gd name="connsiteX6" fmla="*/ 210339 w 208410"/>
                  <a:gd name="connsiteY6" fmla="*/ 16085 h 32564"/>
                  <a:gd name="connsiteX7" fmla="*/ 210339 w 208410"/>
                  <a:gd name="connsiteY7" fmla="*/ 17013 h 32564"/>
                  <a:gd name="connsiteX8" fmla="*/ 195090 w 208410"/>
                  <a:gd name="connsiteY8" fmla="*/ 32263 h 32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8410" h="32564">
                    <a:moveTo>
                      <a:pt x="195090" y="32263"/>
                    </a:moveTo>
                    <a:lnTo>
                      <a:pt x="16085" y="32263"/>
                    </a:lnTo>
                    <a:cubicBezTo>
                      <a:pt x="7664" y="32263"/>
                      <a:pt x="835" y="25434"/>
                      <a:pt x="835" y="17013"/>
                    </a:cubicBezTo>
                    <a:lnTo>
                      <a:pt x="835" y="16085"/>
                    </a:lnTo>
                    <a:cubicBezTo>
                      <a:pt x="835" y="7664"/>
                      <a:pt x="7664" y="835"/>
                      <a:pt x="16085" y="835"/>
                    </a:cubicBezTo>
                    <a:lnTo>
                      <a:pt x="195090" y="835"/>
                    </a:lnTo>
                    <a:cubicBezTo>
                      <a:pt x="203511" y="835"/>
                      <a:pt x="210339" y="7664"/>
                      <a:pt x="210339" y="16085"/>
                    </a:cubicBezTo>
                    <a:lnTo>
                      <a:pt x="210339" y="17013"/>
                    </a:lnTo>
                    <a:cubicBezTo>
                      <a:pt x="210339" y="25434"/>
                      <a:pt x="203511" y="32263"/>
                      <a:pt x="195090" y="32263"/>
                    </a:cubicBezTo>
                    <a:close/>
                  </a:path>
                </a:pathLst>
              </a:custGeom>
              <a:solidFill>
                <a:srgbClr val="1C75A1"/>
              </a:solidFill>
              <a:ln w="325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6" name="PA-任意多边形: 形状 1105">
                <a:extLst>
                  <a:ext uri="{FF2B5EF4-FFF2-40B4-BE49-F238E27FC236}">
                    <a16:creationId xmlns:a16="http://schemas.microsoft.com/office/drawing/2014/main" id="{564B9BDD-3867-4E3B-BC74-3391209686E3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24094175" y="4824182"/>
                <a:ext cx="104205" cy="104205"/>
              </a:xfrm>
              <a:custGeom>
                <a:avLst/>
                <a:gdLst>
                  <a:gd name="connsiteX0" fmla="*/ 105587 w 104205"/>
                  <a:gd name="connsiteY0" fmla="*/ 53211 h 104205"/>
                  <a:gd name="connsiteX1" fmla="*/ 53211 w 104205"/>
                  <a:gd name="connsiteY1" fmla="*/ 105587 h 104205"/>
                  <a:gd name="connsiteX2" fmla="*/ 835 w 104205"/>
                  <a:gd name="connsiteY2" fmla="*/ 53211 h 104205"/>
                  <a:gd name="connsiteX3" fmla="*/ 53211 w 104205"/>
                  <a:gd name="connsiteY3" fmla="*/ 835 h 104205"/>
                  <a:gd name="connsiteX4" fmla="*/ 105587 w 104205"/>
                  <a:gd name="connsiteY4" fmla="*/ 53211 h 104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205" h="104205">
                    <a:moveTo>
                      <a:pt x="105587" y="53211"/>
                    </a:moveTo>
                    <a:cubicBezTo>
                      <a:pt x="105587" y="82138"/>
                      <a:pt x="82138" y="105587"/>
                      <a:pt x="53211" y="105587"/>
                    </a:cubicBezTo>
                    <a:cubicBezTo>
                      <a:pt x="24285" y="105587"/>
                      <a:pt x="835" y="82138"/>
                      <a:pt x="835" y="53211"/>
                    </a:cubicBezTo>
                    <a:cubicBezTo>
                      <a:pt x="835" y="24285"/>
                      <a:pt x="24284" y="835"/>
                      <a:pt x="53211" y="835"/>
                    </a:cubicBezTo>
                    <a:cubicBezTo>
                      <a:pt x="82138" y="835"/>
                      <a:pt x="105587" y="24285"/>
                      <a:pt x="105587" y="53211"/>
                    </a:cubicBezTo>
                    <a:close/>
                  </a:path>
                </a:pathLst>
              </a:custGeom>
              <a:solidFill>
                <a:srgbClr val="3A556A"/>
              </a:solidFill>
              <a:ln w="325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7" name="PA-任意多边形: 形状 1106">
                <a:extLst>
                  <a:ext uri="{FF2B5EF4-FFF2-40B4-BE49-F238E27FC236}">
                    <a16:creationId xmlns:a16="http://schemas.microsoft.com/office/drawing/2014/main" id="{0EC23F54-F12C-4DF2-BB3A-93D1E2D5D9F7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23282264" y="4649863"/>
                <a:ext cx="439615" cy="153051"/>
              </a:xfrm>
              <a:custGeom>
                <a:avLst/>
                <a:gdLst>
                  <a:gd name="connsiteX0" fmla="*/ 60037 w 439615"/>
                  <a:gd name="connsiteY0" fmla="*/ 835 h 153051"/>
                  <a:gd name="connsiteX1" fmla="*/ 382828 w 439615"/>
                  <a:gd name="connsiteY1" fmla="*/ 835 h 153051"/>
                  <a:gd name="connsiteX2" fmla="*/ 442030 w 439615"/>
                  <a:gd name="connsiteY2" fmla="*/ 154831 h 153051"/>
                  <a:gd name="connsiteX3" fmla="*/ 835 w 439615"/>
                  <a:gd name="connsiteY3" fmla="*/ 154831 h 153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9615" h="153051">
                    <a:moveTo>
                      <a:pt x="60037" y="835"/>
                    </a:moveTo>
                    <a:lnTo>
                      <a:pt x="382828" y="835"/>
                    </a:lnTo>
                    <a:lnTo>
                      <a:pt x="442030" y="154831"/>
                    </a:lnTo>
                    <a:lnTo>
                      <a:pt x="835" y="154831"/>
                    </a:lnTo>
                    <a:close/>
                  </a:path>
                </a:pathLst>
              </a:custGeom>
              <a:solidFill>
                <a:srgbClr val="E1E6E9"/>
              </a:solidFill>
              <a:ln w="325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8" name="PA-任意多边形: 形状 1107">
                <a:extLst>
                  <a:ext uri="{FF2B5EF4-FFF2-40B4-BE49-F238E27FC236}">
                    <a16:creationId xmlns:a16="http://schemas.microsoft.com/office/drawing/2014/main" id="{50DC7428-0616-4A7D-AA1B-8658D7967184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23209838" y="4803858"/>
                <a:ext cx="586154" cy="52103"/>
              </a:xfrm>
              <a:custGeom>
                <a:avLst/>
                <a:gdLst>
                  <a:gd name="connsiteX0" fmla="*/ 21168 w 586153"/>
                  <a:gd name="connsiteY0" fmla="*/ 835 h 52102"/>
                  <a:gd name="connsiteX1" fmla="*/ 566548 w 586153"/>
                  <a:gd name="connsiteY1" fmla="*/ 835 h 52102"/>
                  <a:gd name="connsiteX2" fmla="*/ 586881 w 586153"/>
                  <a:gd name="connsiteY2" fmla="*/ 21168 h 52102"/>
                  <a:gd name="connsiteX3" fmla="*/ 586881 w 586153"/>
                  <a:gd name="connsiteY3" fmla="*/ 32878 h 52102"/>
                  <a:gd name="connsiteX4" fmla="*/ 566548 w 586153"/>
                  <a:gd name="connsiteY4" fmla="*/ 53211 h 52102"/>
                  <a:gd name="connsiteX5" fmla="*/ 21168 w 586153"/>
                  <a:gd name="connsiteY5" fmla="*/ 53211 h 52102"/>
                  <a:gd name="connsiteX6" fmla="*/ 835 w 586153"/>
                  <a:gd name="connsiteY6" fmla="*/ 32878 h 52102"/>
                  <a:gd name="connsiteX7" fmla="*/ 835 w 586153"/>
                  <a:gd name="connsiteY7" fmla="*/ 21168 h 52102"/>
                  <a:gd name="connsiteX8" fmla="*/ 21168 w 586153"/>
                  <a:gd name="connsiteY8" fmla="*/ 835 h 52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86153" h="52102">
                    <a:moveTo>
                      <a:pt x="21168" y="835"/>
                    </a:moveTo>
                    <a:lnTo>
                      <a:pt x="566548" y="835"/>
                    </a:lnTo>
                    <a:cubicBezTo>
                      <a:pt x="577776" y="835"/>
                      <a:pt x="586881" y="9940"/>
                      <a:pt x="586881" y="21168"/>
                    </a:cubicBezTo>
                    <a:lnTo>
                      <a:pt x="586881" y="32878"/>
                    </a:lnTo>
                    <a:cubicBezTo>
                      <a:pt x="586881" y="44106"/>
                      <a:pt x="577776" y="53211"/>
                      <a:pt x="566548" y="53211"/>
                    </a:cubicBezTo>
                    <a:lnTo>
                      <a:pt x="21168" y="53211"/>
                    </a:lnTo>
                    <a:cubicBezTo>
                      <a:pt x="9940" y="53211"/>
                      <a:pt x="835" y="44106"/>
                      <a:pt x="835" y="32878"/>
                    </a:cubicBezTo>
                    <a:lnTo>
                      <a:pt x="835" y="21168"/>
                    </a:lnTo>
                    <a:cubicBezTo>
                      <a:pt x="835" y="9940"/>
                      <a:pt x="9937" y="835"/>
                      <a:pt x="21168" y="835"/>
                    </a:cubicBezTo>
                    <a:close/>
                  </a:path>
                </a:pathLst>
              </a:custGeom>
              <a:solidFill>
                <a:srgbClr val="D5D6DB"/>
              </a:solidFill>
              <a:ln w="325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pic>
          <p:nvPicPr>
            <p:cNvPr id="367" name="PA-图片 12-225325">
              <a:extLst>
                <a:ext uri="{FF2B5EF4-FFF2-40B4-BE49-F238E27FC236}">
                  <a16:creationId xmlns:a16="http://schemas.microsoft.com/office/drawing/2014/main" id="{AA1CB667-6AE5-4CD0-8842-CD39D75662A4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360" y="4105007"/>
              <a:ext cx="478655" cy="478655"/>
            </a:xfrm>
            <a:prstGeom prst="rect">
              <a:avLst/>
            </a:prstGeom>
          </p:spPr>
        </p:pic>
        <p:sp>
          <p:nvSpPr>
            <p:cNvPr id="368" name="PA-A000220140718C65PPSH-4568">
              <a:extLst>
                <a:ext uri="{FF2B5EF4-FFF2-40B4-BE49-F238E27FC236}">
                  <a16:creationId xmlns:a16="http://schemas.microsoft.com/office/drawing/2014/main" id="{529C71D6-AA6E-4AF7-BD49-C64F5964E88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7480035">
              <a:off x="1220921" y="4043878"/>
              <a:ext cx="358098" cy="600764"/>
            </a:xfrm>
            <a:prstGeom prst="lightningBol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69" name="文本框 368">
              <a:extLst>
                <a:ext uri="{FF2B5EF4-FFF2-40B4-BE49-F238E27FC236}">
                  <a16:creationId xmlns:a16="http://schemas.microsoft.com/office/drawing/2014/main" id="{126CA13D-2A64-4D33-AA2A-A94C0065C698}"/>
                </a:ext>
              </a:extLst>
            </p:cNvPr>
            <p:cNvSpPr txBox="1"/>
            <p:nvPr/>
          </p:nvSpPr>
          <p:spPr>
            <a:xfrm>
              <a:off x="253714" y="4518720"/>
              <a:ext cx="11744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cs typeface="+mn-lt"/>
                </a:rPr>
                <a:t>CPU   </a:t>
              </a:r>
              <a:r>
                <a:rPr lang="en-US" altLang="zh-CN" sz="2000" b="1" dirty="0">
                  <a:latin typeface="+mj-lt"/>
                  <a:cs typeface="Times New Roman" panose="02020603050405020304" pitchFamily="18" charset="0"/>
                </a:rPr>
                <a:t>f</a:t>
              </a:r>
              <a:r>
                <a:rPr lang="en-US" altLang="zh-CN" sz="2000" baseline="-25000" dirty="0">
                  <a:latin typeface="+mj-lt"/>
                  <a:cs typeface="Times New Roman" panose="02020603050405020304" pitchFamily="18" charset="0"/>
                </a:rPr>
                <a:t>3</a:t>
              </a:r>
              <a:r>
                <a:rPr lang="en-US" altLang="zh-CN" sz="2000" b="1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71" name="PA-图片 12-225325">
              <a:extLst>
                <a:ext uri="{FF2B5EF4-FFF2-40B4-BE49-F238E27FC236}">
                  <a16:creationId xmlns:a16="http://schemas.microsoft.com/office/drawing/2014/main" id="{990D46E0-92A1-4D3E-A5FC-BC835879A747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1966" y="5735129"/>
              <a:ext cx="478655" cy="478655"/>
            </a:xfrm>
            <a:prstGeom prst="rect">
              <a:avLst/>
            </a:prstGeom>
          </p:spPr>
        </p:pic>
        <p:sp>
          <p:nvSpPr>
            <p:cNvPr id="372" name="PA-A000220140718C65PPSH-4568">
              <a:extLst>
                <a:ext uri="{FF2B5EF4-FFF2-40B4-BE49-F238E27FC236}">
                  <a16:creationId xmlns:a16="http://schemas.microsoft.com/office/drawing/2014/main" id="{F27711FF-2334-4B20-BCE0-2B079A38B12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 rot="17875163">
              <a:off x="4457922" y="5812290"/>
              <a:ext cx="358098" cy="600764"/>
            </a:xfrm>
            <a:prstGeom prst="lightningBol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73" name="文本框 372">
              <a:extLst>
                <a:ext uri="{FF2B5EF4-FFF2-40B4-BE49-F238E27FC236}">
                  <a16:creationId xmlns:a16="http://schemas.microsoft.com/office/drawing/2014/main" id="{86CBD096-96D6-48D0-AB76-278C1CB702E0}"/>
                </a:ext>
              </a:extLst>
            </p:cNvPr>
            <p:cNvSpPr txBox="1"/>
            <p:nvPr/>
          </p:nvSpPr>
          <p:spPr>
            <a:xfrm>
              <a:off x="4791859" y="6154727"/>
              <a:ext cx="11744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cs typeface="+mn-lt"/>
                </a:rPr>
                <a:t>CPU   </a:t>
              </a:r>
              <a:r>
                <a:rPr lang="en-US" altLang="zh-CN" sz="2000" b="1" dirty="0">
                  <a:latin typeface="+mj-lt"/>
                  <a:cs typeface="Times New Roman" panose="02020603050405020304" pitchFamily="18" charset="0"/>
                </a:rPr>
                <a:t>f</a:t>
              </a:r>
              <a:r>
                <a:rPr lang="en-US" altLang="zh-CN" sz="2000" baseline="-25000" dirty="0">
                  <a:latin typeface="+mj-lt"/>
                  <a:cs typeface="Times New Roman" panose="02020603050405020304" pitchFamily="18" charset="0"/>
                </a:rPr>
                <a:t>n</a:t>
              </a:r>
              <a:r>
                <a:rPr lang="en-US" altLang="zh-CN" sz="2000" b="1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4" name="PA-A000220140718C65PPSH-4568">
              <a:extLst>
                <a:ext uri="{FF2B5EF4-FFF2-40B4-BE49-F238E27FC236}">
                  <a16:creationId xmlns:a16="http://schemas.microsoft.com/office/drawing/2014/main" id="{177BF027-255F-4441-B069-C0E0BF5DFC2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4126161">
              <a:off x="3825954" y="2552517"/>
              <a:ext cx="603698" cy="2746284"/>
            </a:xfrm>
            <a:custGeom>
              <a:avLst/>
              <a:gdLst>
                <a:gd name="connsiteX0" fmla="*/ 1491342 w 1491342"/>
                <a:gd name="connsiteY0" fmla="*/ 0 h 2231572"/>
                <a:gd name="connsiteX1" fmla="*/ 32657 w 1491342"/>
                <a:gd name="connsiteY1" fmla="*/ 1143000 h 2231572"/>
                <a:gd name="connsiteX2" fmla="*/ 685800 w 1491342"/>
                <a:gd name="connsiteY2" fmla="*/ 1284515 h 2231572"/>
                <a:gd name="connsiteX3" fmla="*/ 0 w 1491342"/>
                <a:gd name="connsiteY3" fmla="*/ 2231572 h 2231572"/>
                <a:gd name="connsiteX4" fmla="*/ 1404257 w 1491342"/>
                <a:gd name="connsiteY4" fmla="*/ 1143000 h 2231572"/>
                <a:gd name="connsiteX5" fmla="*/ 794657 w 1491342"/>
                <a:gd name="connsiteY5" fmla="*/ 990600 h 2231572"/>
                <a:gd name="connsiteX6" fmla="*/ 1491342 w 1491342"/>
                <a:gd name="connsiteY6" fmla="*/ 0 h 2231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91342" h="2231572">
                  <a:moveTo>
                    <a:pt x="1491342" y="0"/>
                  </a:moveTo>
                  <a:lnTo>
                    <a:pt x="32657" y="1143000"/>
                  </a:lnTo>
                  <a:lnTo>
                    <a:pt x="685800" y="1284515"/>
                  </a:lnTo>
                  <a:lnTo>
                    <a:pt x="0" y="2231572"/>
                  </a:lnTo>
                  <a:lnTo>
                    <a:pt x="1404257" y="1143000"/>
                  </a:lnTo>
                  <a:lnTo>
                    <a:pt x="794657" y="990600"/>
                  </a:lnTo>
                  <a:lnTo>
                    <a:pt x="1491342" y="0"/>
                  </a:ln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75" name="PA-A000220140718C65PPSH-4568">
              <a:extLst>
                <a:ext uri="{FF2B5EF4-FFF2-40B4-BE49-F238E27FC236}">
                  <a16:creationId xmlns:a16="http://schemas.microsoft.com/office/drawing/2014/main" id="{B8ABBFD6-409E-44E3-B8EC-2A30EA231A86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 rot="13092782">
              <a:off x="4375930" y="4187550"/>
              <a:ext cx="537477" cy="1899730"/>
            </a:xfrm>
            <a:custGeom>
              <a:avLst/>
              <a:gdLst>
                <a:gd name="connsiteX0" fmla="*/ 1491342 w 1491342"/>
                <a:gd name="connsiteY0" fmla="*/ 0 h 2231572"/>
                <a:gd name="connsiteX1" fmla="*/ 32657 w 1491342"/>
                <a:gd name="connsiteY1" fmla="*/ 1143000 h 2231572"/>
                <a:gd name="connsiteX2" fmla="*/ 685800 w 1491342"/>
                <a:gd name="connsiteY2" fmla="*/ 1284515 h 2231572"/>
                <a:gd name="connsiteX3" fmla="*/ 0 w 1491342"/>
                <a:gd name="connsiteY3" fmla="*/ 2231572 h 2231572"/>
                <a:gd name="connsiteX4" fmla="*/ 1404257 w 1491342"/>
                <a:gd name="connsiteY4" fmla="*/ 1143000 h 2231572"/>
                <a:gd name="connsiteX5" fmla="*/ 794657 w 1491342"/>
                <a:gd name="connsiteY5" fmla="*/ 990600 h 2231572"/>
                <a:gd name="connsiteX6" fmla="*/ 1491342 w 1491342"/>
                <a:gd name="connsiteY6" fmla="*/ 0 h 2231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91342" h="2231572">
                  <a:moveTo>
                    <a:pt x="1491342" y="0"/>
                  </a:moveTo>
                  <a:lnTo>
                    <a:pt x="32657" y="1143000"/>
                  </a:lnTo>
                  <a:lnTo>
                    <a:pt x="685800" y="1284515"/>
                  </a:lnTo>
                  <a:lnTo>
                    <a:pt x="0" y="2231572"/>
                  </a:lnTo>
                  <a:lnTo>
                    <a:pt x="1404257" y="1143000"/>
                  </a:lnTo>
                  <a:lnTo>
                    <a:pt x="794657" y="990600"/>
                  </a:lnTo>
                  <a:lnTo>
                    <a:pt x="1491342" y="0"/>
                  </a:lnTo>
                  <a:close/>
                </a:path>
              </a:pathLst>
            </a:custGeom>
            <a:solidFill>
              <a:srgbClr val="965BAD"/>
            </a:solidFill>
            <a:ln>
              <a:solidFill>
                <a:srgbClr val="965B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376" name="PA-64-64560-Ellipsis-386269">
              <a:extLst>
                <a:ext uri="{FF2B5EF4-FFF2-40B4-BE49-F238E27FC236}">
                  <a16:creationId xmlns:a16="http://schemas.microsoft.com/office/drawing/2014/main" id="{F1D0F82A-945F-4DEF-9C1E-D5B790FFA3A3}"/>
                </a:ext>
              </a:extLst>
            </p:cNvPr>
            <p:cNvGrpSpPr/>
            <p:nvPr>
              <p:custDataLst>
                <p:tags r:id="rId17"/>
              </p:custDataLst>
            </p:nvPr>
          </p:nvGrpSpPr>
          <p:grpSpPr>
            <a:xfrm>
              <a:off x="1395680" y="5504020"/>
              <a:ext cx="1041259" cy="294676"/>
              <a:chOff x="-27214" y="5769283"/>
              <a:chExt cx="1549473" cy="435429"/>
            </a:xfrm>
          </p:grpSpPr>
          <p:sp>
            <p:nvSpPr>
              <p:cNvPr id="377" name="PA-任意多边形: 形状 731">
                <a:extLst>
                  <a:ext uri="{FF2B5EF4-FFF2-40B4-BE49-F238E27FC236}">
                    <a16:creationId xmlns:a16="http://schemas.microsoft.com/office/drawing/2014/main" id="{C376AB7C-6E25-4744-B9FD-0A383A98FCB1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-27214" y="5769283"/>
                <a:ext cx="435429" cy="435429"/>
              </a:xfrm>
              <a:custGeom>
                <a:avLst/>
                <a:gdLst>
                  <a:gd name="connsiteX0" fmla="*/ 434122 w 435428"/>
                  <a:gd name="connsiteY0" fmla="*/ 229870 h 435428"/>
                  <a:gd name="connsiteX1" fmla="*/ 230668 w 435428"/>
                  <a:gd name="connsiteY1" fmla="*/ 432671 h 435428"/>
                  <a:gd name="connsiteX2" fmla="*/ 27214 w 435428"/>
                  <a:gd name="connsiteY2" fmla="*/ 229870 h 435428"/>
                  <a:gd name="connsiteX3" fmla="*/ 230668 w 435428"/>
                  <a:gd name="connsiteY3" fmla="*/ 27214 h 435428"/>
                  <a:gd name="connsiteX4" fmla="*/ 434122 w 435428"/>
                  <a:gd name="connsiteY4" fmla="*/ 229870 h 435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5428" h="435428">
                    <a:moveTo>
                      <a:pt x="434122" y="229870"/>
                    </a:moveTo>
                    <a:cubicBezTo>
                      <a:pt x="434122" y="342029"/>
                      <a:pt x="343081" y="432671"/>
                      <a:pt x="230668" y="432671"/>
                    </a:cubicBezTo>
                    <a:cubicBezTo>
                      <a:pt x="118291" y="432635"/>
                      <a:pt x="27214" y="341993"/>
                      <a:pt x="27214" y="229870"/>
                    </a:cubicBezTo>
                    <a:cubicBezTo>
                      <a:pt x="27214" y="118037"/>
                      <a:pt x="118328" y="27214"/>
                      <a:pt x="230668" y="27214"/>
                    </a:cubicBezTo>
                    <a:cubicBezTo>
                      <a:pt x="343081" y="27214"/>
                      <a:pt x="434122" y="118037"/>
                      <a:pt x="434122" y="229870"/>
                    </a:cubicBezTo>
                    <a:close/>
                  </a:path>
                </a:pathLst>
              </a:custGeom>
              <a:solidFill>
                <a:srgbClr val="87878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78" name="PA-任意多边形: 形状 732">
                <a:extLst>
                  <a:ext uri="{FF2B5EF4-FFF2-40B4-BE49-F238E27FC236}">
                    <a16:creationId xmlns:a16="http://schemas.microsoft.com/office/drawing/2014/main" id="{C3FD1373-27FD-4871-A56B-1EA94E69F83D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529808" y="5769283"/>
                <a:ext cx="435429" cy="435429"/>
              </a:xfrm>
              <a:custGeom>
                <a:avLst/>
                <a:gdLst>
                  <a:gd name="connsiteX0" fmla="*/ 434086 w 435428"/>
                  <a:gd name="connsiteY0" fmla="*/ 229870 h 435428"/>
                  <a:gd name="connsiteX1" fmla="*/ 230668 w 435428"/>
                  <a:gd name="connsiteY1" fmla="*/ 432671 h 435428"/>
                  <a:gd name="connsiteX2" fmla="*/ 27214 w 435428"/>
                  <a:gd name="connsiteY2" fmla="*/ 229870 h 435428"/>
                  <a:gd name="connsiteX3" fmla="*/ 230668 w 435428"/>
                  <a:gd name="connsiteY3" fmla="*/ 27214 h 435428"/>
                  <a:gd name="connsiteX4" fmla="*/ 434086 w 435428"/>
                  <a:gd name="connsiteY4" fmla="*/ 229870 h 435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5428" h="435428">
                    <a:moveTo>
                      <a:pt x="434086" y="229870"/>
                    </a:moveTo>
                    <a:cubicBezTo>
                      <a:pt x="434086" y="342029"/>
                      <a:pt x="343045" y="432671"/>
                      <a:pt x="230668" y="432671"/>
                    </a:cubicBezTo>
                    <a:cubicBezTo>
                      <a:pt x="118291" y="432671"/>
                      <a:pt x="27214" y="342029"/>
                      <a:pt x="27214" y="229870"/>
                    </a:cubicBezTo>
                    <a:cubicBezTo>
                      <a:pt x="27214" y="118037"/>
                      <a:pt x="118328" y="27214"/>
                      <a:pt x="230668" y="27214"/>
                    </a:cubicBezTo>
                    <a:cubicBezTo>
                      <a:pt x="343081" y="27214"/>
                      <a:pt x="434086" y="118037"/>
                      <a:pt x="434086" y="229870"/>
                    </a:cubicBezTo>
                    <a:close/>
                  </a:path>
                </a:pathLst>
              </a:custGeom>
              <a:solidFill>
                <a:srgbClr val="87878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79" name="PA-任意多边形: 形状 733">
                <a:extLst>
                  <a:ext uri="{FF2B5EF4-FFF2-40B4-BE49-F238E27FC236}">
                    <a16:creationId xmlns:a16="http://schemas.microsoft.com/office/drawing/2014/main" id="{0F5B4238-54B0-4557-B8D0-AF2A996FA103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1086830" y="5769283"/>
                <a:ext cx="435429" cy="435429"/>
              </a:xfrm>
              <a:custGeom>
                <a:avLst/>
                <a:gdLst>
                  <a:gd name="connsiteX0" fmla="*/ 434086 w 435428"/>
                  <a:gd name="connsiteY0" fmla="*/ 229870 h 435428"/>
                  <a:gd name="connsiteX1" fmla="*/ 230632 w 435428"/>
                  <a:gd name="connsiteY1" fmla="*/ 432671 h 435428"/>
                  <a:gd name="connsiteX2" fmla="*/ 27214 w 435428"/>
                  <a:gd name="connsiteY2" fmla="*/ 229870 h 435428"/>
                  <a:gd name="connsiteX3" fmla="*/ 230632 w 435428"/>
                  <a:gd name="connsiteY3" fmla="*/ 27214 h 435428"/>
                  <a:gd name="connsiteX4" fmla="*/ 434086 w 435428"/>
                  <a:gd name="connsiteY4" fmla="*/ 229870 h 435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5428" h="435428">
                    <a:moveTo>
                      <a:pt x="434086" y="229870"/>
                    </a:moveTo>
                    <a:cubicBezTo>
                      <a:pt x="434086" y="342029"/>
                      <a:pt x="343045" y="432671"/>
                      <a:pt x="230632" y="432671"/>
                    </a:cubicBezTo>
                    <a:cubicBezTo>
                      <a:pt x="118255" y="432671"/>
                      <a:pt x="27214" y="342029"/>
                      <a:pt x="27214" y="229870"/>
                    </a:cubicBezTo>
                    <a:cubicBezTo>
                      <a:pt x="27214" y="118037"/>
                      <a:pt x="118328" y="27214"/>
                      <a:pt x="230632" y="27214"/>
                    </a:cubicBezTo>
                    <a:cubicBezTo>
                      <a:pt x="343045" y="27214"/>
                      <a:pt x="434086" y="118037"/>
                      <a:pt x="434086" y="229870"/>
                    </a:cubicBezTo>
                    <a:close/>
                  </a:path>
                </a:pathLst>
              </a:custGeom>
              <a:solidFill>
                <a:srgbClr val="87878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030277F-233C-4067-BBC9-2C4A82418E14}"/>
                </a:ext>
              </a:extLst>
            </p:cNvPr>
            <p:cNvGrpSpPr/>
            <p:nvPr/>
          </p:nvGrpSpPr>
          <p:grpSpPr>
            <a:xfrm>
              <a:off x="23927" y="71750"/>
              <a:ext cx="3391643" cy="1499954"/>
              <a:chOff x="23927" y="71750"/>
              <a:chExt cx="3391643" cy="1499954"/>
            </a:xfrm>
          </p:grpSpPr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F0CC7A00-6118-4665-AB73-78DCE9E294AB}"/>
                  </a:ext>
                </a:extLst>
              </p:cNvPr>
              <p:cNvSpPr/>
              <p:nvPr/>
            </p:nvSpPr>
            <p:spPr>
              <a:xfrm>
                <a:off x="23927" y="179810"/>
                <a:ext cx="3391643" cy="139189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B4A5D83D-0E49-4667-9FD9-0FD8BFFE9E89}"/>
                  </a:ext>
                </a:extLst>
              </p:cNvPr>
              <p:cNvSpPr txBox="1"/>
              <p:nvPr/>
            </p:nvSpPr>
            <p:spPr>
              <a:xfrm>
                <a:off x="2361236" y="71750"/>
                <a:ext cx="848513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cs typeface="+mn-lt"/>
                  </a:rPr>
                  <a:t>UE </a:t>
                </a:r>
                <a:r>
                  <a:rPr lang="en-US" altLang="zh-CN" sz="2400" dirty="0">
                    <a:cs typeface="+mn-lt"/>
                  </a:rPr>
                  <a:t>1</a:t>
                </a:r>
              </a:p>
            </p:txBody>
          </p:sp>
        </p:grpSp>
        <p:sp>
          <p:nvSpPr>
            <p:cNvPr id="210" name="PA-A000220140718C65PPSH-4568">
              <a:extLst>
                <a:ext uri="{FF2B5EF4-FFF2-40B4-BE49-F238E27FC236}">
                  <a16:creationId xmlns:a16="http://schemas.microsoft.com/office/drawing/2014/main" id="{DC76E762-DF55-432A-8F03-3C634C9523ED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 rot="17220679">
              <a:off x="3760776" y="200305"/>
              <a:ext cx="605718" cy="2759314"/>
            </a:xfrm>
            <a:custGeom>
              <a:avLst/>
              <a:gdLst>
                <a:gd name="connsiteX0" fmla="*/ 1491342 w 1491342"/>
                <a:gd name="connsiteY0" fmla="*/ 0 h 2231572"/>
                <a:gd name="connsiteX1" fmla="*/ 32657 w 1491342"/>
                <a:gd name="connsiteY1" fmla="*/ 1143000 h 2231572"/>
                <a:gd name="connsiteX2" fmla="*/ 685800 w 1491342"/>
                <a:gd name="connsiteY2" fmla="*/ 1284515 h 2231572"/>
                <a:gd name="connsiteX3" fmla="*/ 0 w 1491342"/>
                <a:gd name="connsiteY3" fmla="*/ 2231572 h 2231572"/>
                <a:gd name="connsiteX4" fmla="*/ 1404257 w 1491342"/>
                <a:gd name="connsiteY4" fmla="*/ 1143000 h 2231572"/>
                <a:gd name="connsiteX5" fmla="*/ 794657 w 1491342"/>
                <a:gd name="connsiteY5" fmla="*/ 990600 h 2231572"/>
                <a:gd name="connsiteX6" fmla="*/ 1491342 w 1491342"/>
                <a:gd name="connsiteY6" fmla="*/ 0 h 2231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91342" h="2231572">
                  <a:moveTo>
                    <a:pt x="1491342" y="0"/>
                  </a:moveTo>
                  <a:lnTo>
                    <a:pt x="32657" y="1143000"/>
                  </a:lnTo>
                  <a:lnTo>
                    <a:pt x="685800" y="1284515"/>
                  </a:lnTo>
                  <a:lnTo>
                    <a:pt x="0" y="2231572"/>
                  </a:lnTo>
                  <a:lnTo>
                    <a:pt x="1404257" y="1143000"/>
                  </a:lnTo>
                  <a:lnTo>
                    <a:pt x="794657" y="990600"/>
                  </a:lnTo>
                  <a:lnTo>
                    <a:pt x="14913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381" name="组合 380">
              <a:extLst>
                <a:ext uri="{FF2B5EF4-FFF2-40B4-BE49-F238E27FC236}">
                  <a16:creationId xmlns:a16="http://schemas.microsoft.com/office/drawing/2014/main" id="{4322B7DD-D18B-4D16-A5E5-B9A166C3989B}"/>
                </a:ext>
              </a:extLst>
            </p:cNvPr>
            <p:cNvGrpSpPr/>
            <p:nvPr/>
          </p:nvGrpSpPr>
          <p:grpSpPr>
            <a:xfrm>
              <a:off x="85988" y="1951265"/>
              <a:ext cx="3391643" cy="1499954"/>
              <a:chOff x="23927" y="71750"/>
              <a:chExt cx="3391643" cy="1499954"/>
            </a:xfrm>
          </p:grpSpPr>
          <p:sp>
            <p:nvSpPr>
              <p:cNvPr id="382" name="椭圆 381">
                <a:extLst>
                  <a:ext uri="{FF2B5EF4-FFF2-40B4-BE49-F238E27FC236}">
                    <a16:creationId xmlns:a16="http://schemas.microsoft.com/office/drawing/2014/main" id="{64171AAB-3946-4C82-9D82-1F4760401E01}"/>
                  </a:ext>
                </a:extLst>
              </p:cNvPr>
              <p:cNvSpPr/>
              <p:nvPr/>
            </p:nvSpPr>
            <p:spPr>
              <a:xfrm>
                <a:off x="23927" y="179810"/>
                <a:ext cx="3391643" cy="139189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3" name="文本框 382">
                <a:extLst>
                  <a:ext uri="{FF2B5EF4-FFF2-40B4-BE49-F238E27FC236}">
                    <a16:creationId xmlns:a16="http://schemas.microsoft.com/office/drawing/2014/main" id="{3382E3F6-E5AC-41BB-923E-2F997234B39A}"/>
                  </a:ext>
                </a:extLst>
              </p:cNvPr>
              <p:cNvSpPr txBox="1"/>
              <p:nvPr/>
            </p:nvSpPr>
            <p:spPr>
              <a:xfrm>
                <a:off x="2361236" y="71750"/>
                <a:ext cx="848513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cs typeface="+mn-lt"/>
                  </a:rPr>
                  <a:t>UE </a:t>
                </a:r>
                <a:r>
                  <a:rPr lang="en-US" altLang="zh-CN" sz="2400" dirty="0">
                    <a:cs typeface="+mn-lt"/>
                  </a:rPr>
                  <a:t>2</a:t>
                </a:r>
              </a:p>
            </p:txBody>
          </p:sp>
        </p:grpSp>
        <p:grpSp>
          <p:nvGrpSpPr>
            <p:cNvPr id="384" name="组合 383">
              <a:extLst>
                <a:ext uri="{FF2B5EF4-FFF2-40B4-BE49-F238E27FC236}">
                  <a16:creationId xmlns:a16="http://schemas.microsoft.com/office/drawing/2014/main" id="{7D3F3D8A-CA1A-42B1-81E0-CD0F15184386}"/>
                </a:ext>
              </a:extLst>
            </p:cNvPr>
            <p:cNvGrpSpPr/>
            <p:nvPr/>
          </p:nvGrpSpPr>
          <p:grpSpPr>
            <a:xfrm>
              <a:off x="81514" y="3678604"/>
              <a:ext cx="3391643" cy="1512060"/>
              <a:chOff x="23927" y="59644"/>
              <a:chExt cx="3391643" cy="1512060"/>
            </a:xfrm>
          </p:grpSpPr>
          <p:sp>
            <p:nvSpPr>
              <p:cNvPr id="385" name="椭圆 384">
                <a:extLst>
                  <a:ext uri="{FF2B5EF4-FFF2-40B4-BE49-F238E27FC236}">
                    <a16:creationId xmlns:a16="http://schemas.microsoft.com/office/drawing/2014/main" id="{7BF992A6-607E-49F3-8239-3ADBE3926F80}"/>
                  </a:ext>
                </a:extLst>
              </p:cNvPr>
              <p:cNvSpPr/>
              <p:nvPr/>
            </p:nvSpPr>
            <p:spPr>
              <a:xfrm>
                <a:off x="23927" y="179810"/>
                <a:ext cx="3391643" cy="139189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6" name="文本框 385">
                <a:extLst>
                  <a:ext uri="{FF2B5EF4-FFF2-40B4-BE49-F238E27FC236}">
                    <a16:creationId xmlns:a16="http://schemas.microsoft.com/office/drawing/2014/main" id="{70F4BCB6-82BA-4B56-B2CC-A9CACAF4F154}"/>
                  </a:ext>
                </a:extLst>
              </p:cNvPr>
              <p:cNvSpPr txBox="1"/>
              <p:nvPr/>
            </p:nvSpPr>
            <p:spPr>
              <a:xfrm>
                <a:off x="2415524" y="59644"/>
                <a:ext cx="848513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cs typeface="+mn-lt"/>
                  </a:rPr>
                  <a:t>UE </a:t>
                </a:r>
                <a:r>
                  <a:rPr lang="en-US" altLang="zh-CN" sz="2400" dirty="0">
                    <a:cs typeface="+mn-lt"/>
                  </a:rPr>
                  <a:t>3</a:t>
                </a:r>
              </a:p>
            </p:txBody>
          </p:sp>
        </p:grpSp>
        <p:grpSp>
          <p:nvGrpSpPr>
            <p:cNvPr id="387" name="组合 386">
              <a:extLst>
                <a:ext uri="{FF2B5EF4-FFF2-40B4-BE49-F238E27FC236}">
                  <a16:creationId xmlns:a16="http://schemas.microsoft.com/office/drawing/2014/main" id="{8E66C1CE-CD3F-4C06-95A8-36AED7D12CFD}"/>
                </a:ext>
              </a:extLst>
            </p:cNvPr>
            <p:cNvGrpSpPr/>
            <p:nvPr/>
          </p:nvGrpSpPr>
          <p:grpSpPr>
            <a:xfrm>
              <a:off x="2765370" y="5277002"/>
              <a:ext cx="3391643" cy="1512060"/>
              <a:chOff x="23927" y="59644"/>
              <a:chExt cx="3391643" cy="1512060"/>
            </a:xfrm>
          </p:grpSpPr>
          <p:sp>
            <p:nvSpPr>
              <p:cNvPr id="388" name="椭圆 387">
                <a:extLst>
                  <a:ext uri="{FF2B5EF4-FFF2-40B4-BE49-F238E27FC236}">
                    <a16:creationId xmlns:a16="http://schemas.microsoft.com/office/drawing/2014/main" id="{E3C4227B-656F-402A-A03B-FA91EE135DCC}"/>
                  </a:ext>
                </a:extLst>
              </p:cNvPr>
              <p:cNvSpPr/>
              <p:nvPr/>
            </p:nvSpPr>
            <p:spPr>
              <a:xfrm>
                <a:off x="23927" y="179810"/>
                <a:ext cx="3391643" cy="139189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9" name="文本框 388">
                <a:extLst>
                  <a:ext uri="{FF2B5EF4-FFF2-40B4-BE49-F238E27FC236}">
                    <a16:creationId xmlns:a16="http://schemas.microsoft.com/office/drawing/2014/main" id="{AF53CB18-0D7A-4E2D-AD0B-6D1114F10D26}"/>
                  </a:ext>
                </a:extLst>
              </p:cNvPr>
              <p:cNvSpPr txBox="1"/>
              <p:nvPr/>
            </p:nvSpPr>
            <p:spPr>
              <a:xfrm>
                <a:off x="2415524" y="59644"/>
                <a:ext cx="848513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cs typeface="+mn-lt"/>
                  </a:rPr>
                  <a:t>UE </a:t>
                </a:r>
                <a:r>
                  <a:rPr lang="en-US" altLang="zh-CN" sz="2400" dirty="0">
                    <a:cs typeface="+mn-lt"/>
                  </a:rPr>
                  <a:t>n</a:t>
                </a:r>
              </a:p>
            </p:txBody>
          </p:sp>
        </p:grpSp>
        <p:sp>
          <p:nvSpPr>
            <p:cNvPr id="392" name="矩形: 圆角 3">
              <a:extLst>
                <a:ext uri="{FF2B5EF4-FFF2-40B4-BE49-F238E27FC236}">
                  <a16:creationId xmlns:a16="http://schemas.microsoft.com/office/drawing/2014/main" id="{0438EA68-70F6-4F06-82F0-E13B4C345B58}"/>
                </a:ext>
              </a:extLst>
            </p:cNvPr>
            <p:cNvSpPr/>
            <p:nvPr/>
          </p:nvSpPr>
          <p:spPr>
            <a:xfrm>
              <a:off x="7872315" y="2213029"/>
              <a:ext cx="35814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3" name="矩形: 圆角 392">
              <a:extLst>
                <a:ext uri="{FF2B5EF4-FFF2-40B4-BE49-F238E27FC236}">
                  <a16:creationId xmlns:a16="http://schemas.microsoft.com/office/drawing/2014/main" id="{28C247F9-CAD0-49FC-B897-7B779C60162D}"/>
                </a:ext>
              </a:extLst>
            </p:cNvPr>
            <p:cNvSpPr/>
            <p:nvPr/>
          </p:nvSpPr>
          <p:spPr>
            <a:xfrm>
              <a:off x="8323165" y="2201599"/>
              <a:ext cx="358140" cy="2286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4" name="矩形: 圆角 7">
              <a:extLst>
                <a:ext uri="{FF2B5EF4-FFF2-40B4-BE49-F238E27FC236}">
                  <a16:creationId xmlns:a16="http://schemas.microsoft.com/office/drawing/2014/main" id="{EFEAA094-F306-4653-8F61-42F39129E52F}"/>
                </a:ext>
              </a:extLst>
            </p:cNvPr>
            <p:cNvSpPr/>
            <p:nvPr/>
          </p:nvSpPr>
          <p:spPr>
            <a:xfrm>
              <a:off x="8765125" y="2209854"/>
              <a:ext cx="358140" cy="2286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395" name="组合 394">
              <a:extLst>
                <a:ext uri="{FF2B5EF4-FFF2-40B4-BE49-F238E27FC236}">
                  <a16:creationId xmlns:a16="http://schemas.microsoft.com/office/drawing/2014/main" id="{3DAE4735-DCCA-4708-B373-049AB84DD507}"/>
                </a:ext>
              </a:extLst>
            </p:cNvPr>
            <p:cNvGrpSpPr/>
            <p:nvPr/>
          </p:nvGrpSpPr>
          <p:grpSpPr>
            <a:xfrm>
              <a:off x="7429720" y="2074599"/>
              <a:ext cx="1786890" cy="487680"/>
              <a:chOff x="5181600" y="1384300"/>
              <a:chExt cx="2382520" cy="650240"/>
            </a:xfrm>
          </p:grpSpPr>
          <p:sp>
            <p:nvSpPr>
              <p:cNvPr id="456" name="矩形 455">
                <a:extLst>
                  <a:ext uri="{FF2B5EF4-FFF2-40B4-BE49-F238E27FC236}">
                    <a16:creationId xmlns:a16="http://schemas.microsoft.com/office/drawing/2014/main" id="{875862D5-5119-4F50-890D-9F9BB1A5492B}"/>
                  </a:ext>
                </a:extLst>
              </p:cNvPr>
              <p:cNvSpPr/>
              <p:nvPr/>
            </p:nvSpPr>
            <p:spPr>
              <a:xfrm>
                <a:off x="5440680" y="1437640"/>
                <a:ext cx="2123440" cy="54356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457" name="矩形 456">
                <a:extLst>
                  <a:ext uri="{FF2B5EF4-FFF2-40B4-BE49-F238E27FC236}">
                    <a16:creationId xmlns:a16="http://schemas.microsoft.com/office/drawing/2014/main" id="{72891567-451C-4720-9470-4E7258F21A1C}"/>
                  </a:ext>
                </a:extLst>
              </p:cNvPr>
              <p:cNvSpPr/>
              <p:nvPr/>
            </p:nvSpPr>
            <p:spPr>
              <a:xfrm>
                <a:off x="5181600" y="1384300"/>
                <a:ext cx="33528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96" name="组合 395">
              <a:extLst>
                <a:ext uri="{FF2B5EF4-FFF2-40B4-BE49-F238E27FC236}">
                  <a16:creationId xmlns:a16="http://schemas.microsoft.com/office/drawing/2014/main" id="{468A450E-202D-4D66-81FA-FFB9B3884350}"/>
                </a:ext>
              </a:extLst>
            </p:cNvPr>
            <p:cNvGrpSpPr/>
            <p:nvPr/>
          </p:nvGrpSpPr>
          <p:grpSpPr>
            <a:xfrm>
              <a:off x="7429720" y="2598474"/>
              <a:ext cx="1786890" cy="487680"/>
              <a:chOff x="5181600" y="1384300"/>
              <a:chExt cx="2382520" cy="650240"/>
            </a:xfrm>
          </p:grpSpPr>
          <p:sp>
            <p:nvSpPr>
              <p:cNvPr id="454" name="矩形 453">
                <a:extLst>
                  <a:ext uri="{FF2B5EF4-FFF2-40B4-BE49-F238E27FC236}">
                    <a16:creationId xmlns:a16="http://schemas.microsoft.com/office/drawing/2014/main" id="{139A2DC2-D110-45EF-BC59-E0B560518403}"/>
                  </a:ext>
                </a:extLst>
              </p:cNvPr>
              <p:cNvSpPr/>
              <p:nvPr/>
            </p:nvSpPr>
            <p:spPr>
              <a:xfrm>
                <a:off x="5440680" y="1437640"/>
                <a:ext cx="2123440" cy="54356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455" name="矩形 454">
                <a:extLst>
                  <a:ext uri="{FF2B5EF4-FFF2-40B4-BE49-F238E27FC236}">
                    <a16:creationId xmlns:a16="http://schemas.microsoft.com/office/drawing/2014/main" id="{FF1A8F31-80C5-457F-AB50-26A17FA97106}"/>
                  </a:ext>
                </a:extLst>
              </p:cNvPr>
              <p:cNvSpPr/>
              <p:nvPr/>
            </p:nvSpPr>
            <p:spPr>
              <a:xfrm>
                <a:off x="5181600" y="1384300"/>
                <a:ext cx="33528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grpSp>
          <p:nvGrpSpPr>
            <p:cNvPr id="397" name="组合 396">
              <a:extLst>
                <a:ext uri="{FF2B5EF4-FFF2-40B4-BE49-F238E27FC236}">
                  <a16:creationId xmlns:a16="http://schemas.microsoft.com/office/drawing/2014/main" id="{06B93AE2-552D-4A9C-B950-50CAAF8C8168}"/>
                </a:ext>
              </a:extLst>
            </p:cNvPr>
            <p:cNvGrpSpPr/>
            <p:nvPr/>
          </p:nvGrpSpPr>
          <p:grpSpPr>
            <a:xfrm>
              <a:off x="7429720" y="3137589"/>
              <a:ext cx="1786890" cy="487680"/>
              <a:chOff x="5181600" y="1384300"/>
              <a:chExt cx="2382520" cy="650240"/>
            </a:xfrm>
          </p:grpSpPr>
          <p:sp>
            <p:nvSpPr>
              <p:cNvPr id="452" name="矩形 451">
                <a:extLst>
                  <a:ext uri="{FF2B5EF4-FFF2-40B4-BE49-F238E27FC236}">
                    <a16:creationId xmlns:a16="http://schemas.microsoft.com/office/drawing/2014/main" id="{3B8818A9-40D6-48C7-AC97-0264D096ED57}"/>
                  </a:ext>
                </a:extLst>
              </p:cNvPr>
              <p:cNvSpPr/>
              <p:nvPr/>
            </p:nvSpPr>
            <p:spPr>
              <a:xfrm>
                <a:off x="5440680" y="1437640"/>
                <a:ext cx="2123440" cy="54356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453" name="矩形 452">
                <a:extLst>
                  <a:ext uri="{FF2B5EF4-FFF2-40B4-BE49-F238E27FC236}">
                    <a16:creationId xmlns:a16="http://schemas.microsoft.com/office/drawing/2014/main" id="{444C0E55-8FEF-42E4-B426-0984F1F55933}"/>
                  </a:ext>
                </a:extLst>
              </p:cNvPr>
              <p:cNvSpPr/>
              <p:nvPr/>
            </p:nvSpPr>
            <p:spPr>
              <a:xfrm>
                <a:off x="5181600" y="1384300"/>
                <a:ext cx="33528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 dirty="0"/>
              </a:p>
            </p:txBody>
          </p:sp>
        </p:grpSp>
        <p:grpSp>
          <p:nvGrpSpPr>
            <p:cNvPr id="398" name="组合 397">
              <a:extLst>
                <a:ext uri="{FF2B5EF4-FFF2-40B4-BE49-F238E27FC236}">
                  <a16:creationId xmlns:a16="http://schemas.microsoft.com/office/drawing/2014/main" id="{713828F5-DDFF-4DC0-B73D-5D566C1E4685}"/>
                </a:ext>
              </a:extLst>
            </p:cNvPr>
            <p:cNvGrpSpPr/>
            <p:nvPr/>
          </p:nvGrpSpPr>
          <p:grpSpPr>
            <a:xfrm>
              <a:off x="7431625" y="3971979"/>
              <a:ext cx="1786890" cy="487680"/>
              <a:chOff x="5181600" y="1384300"/>
              <a:chExt cx="2382520" cy="650240"/>
            </a:xfrm>
          </p:grpSpPr>
          <p:sp>
            <p:nvSpPr>
              <p:cNvPr id="450" name="矩形 449">
                <a:extLst>
                  <a:ext uri="{FF2B5EF4-FFF2-40B4-BE49-F238E27FC236}">
                    <a16:creationId xmlns:a16="http://schemas.microsoft.com/office/drawing/2014/main" id="{14A7D5E0-6CBB-4305-8421-CF0F220F9024}"/>
                  </a:ext>
                </a:extLst>
              </p:cNvPr>
              <p:cNvSpPr/>
              <p:nvPr/>
            </p:nvSpPr>
            <p:spPr>
              <a:xfrm>
                <a:off x="5440680" y="1437640"/>
                <a:ext cx="2123440" cy="54356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451" name="矩形 450">
                <a:extLst>
                  <a:ext uri="{FF2B5EF4-FFF2-40B4-BE49-F238E27FC236}">
                    <a16:creationId xmlns:a16="http://schemas.microsoft.com/office/drawing/2014/main" id="{31F25C7D-5C60-4732-9887-321C2A6FEFB4}"/>
                  </a:ext>
                </a:extLst>
              </p:cNvPr>
              <p:cNvSpPr/>
              <p:nvPr/>
            </p:nvSpPr>
            <p:spPr>
              <a:xfrm>
                <a:off x="5181600" y="1384300"/>
                <a:ext cx="335280" cy="65024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sp>
          <p:nvSpPr>
            <p:cNvPr id="400" name="文本框 399">
              <a:extLst>
                <a:ext uri="{FF2B5EF4-FFF2-40B4-BE49-F238E27FC236}">
                  <a16:creationId xmlns:a16="http://schemas.microsoft.com/office/drawing/2014/main" id="{BD02E3F9-C312-4447-9CD1-8A7E9F7318AE}"/>
                </a:ext>
              </a:extLst>
            </p:cNvPr>
            <p:cNvSpPr txBox="1"/>
            <p:nvPr/>
          </p:nvSpPr>
          <p:spPr>
            <a:xfrm flipH="1">
              <a:off x="9300430" y="2180009"/>
              <a:ext cx="632460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500" dirty="0"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sz="1500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zh-CN" altLang="en-US" sz="1500" baseline="-25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01" name="文本框 400">
              <a:extLst>
                <a:ext uri="{FF2B5EF4-FFF2-40B4-BE49-F238E27FC236}">
                  <a16:creationId xmlns:a16="http://schemas.microsoft.com/office/drawing/2014/main" id="{5D815877-028B-468B-92AA-15C17EBD90CE}"/>
                </a:ext>
              </a:extLst>
            </p:cNvPr>
            <p:cNvSpPr txBox="1"/>
            <p:nvPr/>
          </p:nvSpPr>
          <p:spPr>
            <a:xfrm flipH="1">
              <a:off x="9300430" y="3231569"/>
              <a:ext cx="632460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500" dirty="0"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sz="1500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endParaRPr lang="zh-CN" altLang="en-US" sz="1500" b="1" baseline="-25000" dirty="0"/>
            </a:p>
          </p:txBody>
        </p:sp>
        <p:sp>
          <p:nvSpPr>
            <p:cNvPr id="402" name="文本框 401">
              <a:extLst>
                <a:ext uri="{FF2B5EF4-FFF2-40B4-BE49-F238E27FC236}">
                  <a16:creationId xmlns:a16="http://schemas.microsoft.com/office/drawing/2014/main" id="{F84D6779-AA66-4DB4-A301-A58C5F45E8F2}"/>
                </a:ext>
              </a:extLst>
            </p:cNvPr>
            <p:cNvSpPr txBox="1"/>
            <p:nvPr/>
          </p:nvSpPr>
          <p:spPr>
            <a:xfrm flipH="1">
              <a:off x="9277570" y="4079294"/>
              <a:ext cx="713105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500" dirty="0"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sz="1500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endParaRPr lang="zh-CN" altLang="en-US" sz="1500" b="1" baseline="-25000" dirty="0"/>
            </a:p>
          </p:txBody>
        </p:sp>
        <p:sp>
          <p:nvSpPr>
            <p:cNvPr id="405" name="文本框 404">
              <a:extLst>
                <a:ext uri="{FF2B5EF4-FFF2-40B4-BE49-F238E27FC236}">
                  <a16:creationId xmlns:a16="http://schemas.microsoft.com/office/drawing/2014/main" id="{821D8054-055C-4B2A-82A7-F64FFB7F6DED}"/>
                </a:ext>
              </a:extLst>
            </p:cNvPr>
            <p:cNvSpPr txBox="1"/>
            <p:nvPr/>
          </p:nvSpPr>
          <p:spPr>
            <a:xfrm flipH="1">
              <a:off x="7679516" y="4404650"/>
              <a:ext cx="18249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baseline="-25000" dirty="0"/>
                <a:t>Task  Buffer Cache</a:t>
              </a:r>
            </a:p>
          </p:txBody>
        </p:sp>
        <p:sp>
          <p:nvSpPr>
            <p:cNvPr id="411" name="文本框 410">
              <a:extLst>
                <a:ext uri="{FF2B5EF4-FFF2-40B4-BE49-F238E27FC236}">
                  <a16:creationId xmlns:a16="http://schemas.microsoft.com/office/drawing/2014/main" id="{70062D30-FE66-4AD6-9FDD-786ABEFAD01F}"/>
                </a:ext>
              </a:extLst>
            </p:cNvPr>
            <p:cNvSpPr txBox="1"/>
            <p:nvPr/>
          </p:nvSpPr>
          <p:spPr>
            <a:xfrm flipH="1">
              <a:off x="9308050" y="2673404"/>
              <a:ext cx="632460" cy="321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500" dirty="0">
                  <a:latin typeface="黑体" panose="02010609060101010101" pitchFamily="49" charset="-122"/>
                  <a:ea typeface="黑体" panose="02010609060101010101" pitchFamily="49" charset="-122"/>
                </a:rPr>
                <a:t>Q</a:t>
              </a:r>
              <a:r>
                <a:rPr lang="en-US" altLang="zh-CN" sz="1500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endParaRPr lang="zh-CN" altLang="en-US" sz="1500" baseline="-25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1" name="等腰三角形 420">
              <a:extLst>
                <a:ext uri="{FF2B5EF4-FFF2-40B4-BE49-F238E27FC236}">
                  <a16:creationId xmlns:a16="http://schemas.microsoft.com/office/drawing/2014/main" id="{18A3C490-3642-4863-92E3-3BE603F0FE3A}"/>
                </a:ext>
              </a:extLst>
            </p:cNvPr>
            <p:cNvSpPr/>
            <p:nvPr/>
          </p:nvSpPr>
          <p:spPr>
            <a:xfrm>
              <a:off x="8776555" y="2671499"/>
              <a:ext cx="323850" cy="288290"/>
            </a:xfrm>
            <a:prstGeom prst="triangle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22" name="菱形 421">
              <a:extLst>
                <a:ext uri="{FF2B5EF4-FFF2-40B4-BE49-F238E27FC236}">
                  <a16:creationId xmlns:a16="http://schemas.microsoft.com/office/drawing/2014/main" id="{13CD97A1-4EBF-47B8-AD00-3C428AFAD95B}"/>
                </a:ext>
              </a:extLst>
            </p:cNvPr>
            <p:cNvSpPr/>
            <p:nvPr/>
          </p:nvSpPr>
          <p:spPr>
            <a:xfrm>
              <a:off x="8329515" y="2678484"/>
              <a:ext cx="337820" cy="328930"/>
            </a:xfrm>
            <a:prstGeom prst="diamond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23" name="椭圆 422">
              <a:extLst>
                <a:ext uri="{FF2B5EF4-FFF2-40B4-BE49-F238E27FC236}">
                  <a16:creationId xmlns:a16="http://schemas.microsoft.com/office/drawing/2014/main" id="{0450E723-BA00-4190-ABBE-1A9E7FC5DD1D}"/>
                </a:ext>
              </a:extLst>
            </p:cNvPr>
            <p:cNvSpPr/>
            <p:nvPr/>
          </p:nvSpPr>
          <p:spPr>
            <a:xfrm>
              <a:off x="7916130" y="2717219"/>
              <a:ext cx="288290" cy="252095"/>
            </a:xfrm>
            <a:prstGeom prst="ellipse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25" name="矩形 424">
              <a:extLst>
                <a:ext uri="{FF2B5EF4-FFF2-40B4-BE49-F238E27FC236}">
                  <a16:creationId xmlns:a16="http://schemas.microsoft.com/office/drawing/2014/main" id="{E7EBEB63-83AB-43D1-B017-235F98727CA0}"/>
                </a:ext>
              </a:extLst>
            </p:cNvPr>
            <p:cNvSpPr/>
            <p:nvPr/>
          </p:nvSpPr>
          <p:spPr>
            <a:xfrm>
              <a:off x="8790123" y="3250937"/>
              <a:ext cx="288925" cy="248920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28" name="正五边形 69">
              <a:extLst>
                <a:ext uri="{FF2B5EF4-FFF2-40B4-BE49-F238E27FC236}">
                  <a16:creationId xmlns:a16="http://schemas.microsoft.com/office/drawing/2014/main" id="{EB75B668-37D1-40A6-8598-C4AAF1B3023E}"/>
                </a:ext>
              </a:extLst>
            </p:cNvPr>
            <p:cNvSpPr/>
            <p:nvPr/>
          </p:nvSpPr>
          <p:spPr>
            <a:xfrm>
              <a:off x="8794335" y="4095804"/>
              <a:ext cx="300990" cy="266700"/>
            </a:xfrm>
            <a:prstGeom prst="pentagon">
              <a:avLst/>
            </a:prstGeom>
            <a:solidFill>
              <a:srgbClr val="965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29" name="等腰三角形 428">
              <a:extLst>
                <a:ext uri="{FF2B5EF4-FFF2-40B4-BE49-F238E27FC236}">
                  <a16:creationId xmlns:a16="http://schemas.microsoft.com/office/drawing/2014/main" id="{E425F3C4-A413-49A2-A5F7-F8F4B2AF8226}"/>
                </a:ext>
              </a:extLst>
            </p:cNvPr>
            <p:cNvSpPr/>
            <p:nvPr/>
          </p:nvSpPr>
          <p:spPr>
            <a:xfrm>
              <a:off x="8347930" y="4095804"/>
              <a:ext cx="300990" cy="266700"/>
            </a:xfrm>
            <a:prstGeom prst="triangle">
              <a:avLst/>
            </a:prstGeom>
            <a:solidFill>
              <a:srgbClr val="965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30" name="六边形 429">
              <a:extLst>
                <a:ext uri="{FF2B5EF4-FFF2-40B4-BE49-F238E27FC236}">
                  <a16:creationId xmlns:a16="http://schemas.microsoft.com/office/drawing/2014/main" id="{2305DEB6-2150-4F18-A05D-F37A956AFFEA}"/>
                </a:ext>
              </a:extLst>
            </p:cNvPr>
            <p:cNvSpPr/>
            <p:nvPr/>
          </p:nvSpPr>
          <p:spPr>
            <a:xfrm>
              <a:off x="7903430" y="4088819"/>
              <a:ext cx="300990" cy="266700"/>
            </a:xfrm>
            <a:prstGeom prst="hexagon">
              <a:avLst/>
            </a:prstGeom>
            <a:solidFill>
              <a:srgbClr val="965B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47" name="文本框 446">
              <a:extLst>
                <a:ext uri="{FF2B5EF4-FFF2-40B4-BE49-F238E27FC236}">
                  <a16:creationId xmlns:a16="http://schemas.microsoft.com/office/drawing/2014/main" id="{DC8219C9-BC8F-478C-A4E4-B30B682EA964}"/>
                </a:ext>
              </a:extLst>
            </p:cNvPr>
            <p:cNvSpPr txBox="1"/>
            <p:nvPr/>
          </p:nvSpPr>
          <p:spPr>
            <a:xfrm rot="5400000" flipH="1">
              <a:off x="8550495" y="3461439"/>
              <a:ext cx="458470" cy="543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b="1" baseline="-25000" dirty="0">
                  <a:solidFill>
                    <a:schemeClr val="tx1">
                      <a:lumMod val="95000"/>
                      <a:lumOff val="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…</a:t>
              </a:r>
            </a:p>
          </p:txBody>
        </p:sp>
        <p:sp>
          <p:nvSpPr>
            <p:cNvPr id="467" name="PA-A000320150529F31PPSH-3575">
              <a:extLst>
                <a:ext uri="{FF2B5EF4-FFF2-40B4-BE49-F238E27FC236}">
                  <a16:creationId xmlns:a16="http://schemas.microsoft.com/office/drawing/2014/main" id="{D3E2131F-EF20-4E95-9ADF-E691E93894B1}"/>
                </a:ext>
              </a:extLst>
            </p:cNvPr>
            <p:cNvSpPr>
              <a:spLocks/>
            </p:cNvSpPr>
            <p:nvPr>
              <p:custDataLst>
                <p:tags r:id="rId19"/>
              </p:custDataLst>
            </p:nvPr>
          </p:nvSpPr>
          <p:spPr bwMode="auto">
            <a:xfrm>
              <a:off x="6756874" y="2976032"/>
              <a:ext cx="762194" cy="405397"/>
            </a:xfrm>
            <a:custGeom>
              <a:avLst/>
              <a:gdLst>
                <a:gd name="T0" fmla="*/ 155875713 w 13050"/>
                <a:gd name="T1" fmla="*/ 155918725 h 8154"/>
                <a:gd name="T2" fmla="*/ 155875713 w 13050"/>
                <a:gd name="T3" fmla="*/ 155918725 h 8154"/>
                <a:gd name="T4" fmla="*/ 155875713 w 13050"/>
                <a:gd name="T5" fmla="*/ 155918725 h 8154"/>
                <a:gd name="T6" fmla="*/ 155875713 w 13050"/>
                <a:gd name="T7" fmla="*/ 155918725 h 8154"/>
                <a:gd name="T8" fmla="*/ 155875713 w 13050"/>
                <a:gd name="T9" fmla="*/ 155918725 h 8154"/>
                <a:gd name="T10" fmla="*/ 155875713 w 13050"/>
                <a:gd name="T11" fmla="*/ 155918725 h 8154"/>
                <a:gd name="T12" fmla="*/ 155875713 w 13050"/>
                <a:gd name="T13" fmla="*/ 155918725 h 8154"/>
                <a:gd name="T14" fmla="*/ 155875713 w 13050"/>
                <a:gd name="T15" fmla="*/ 155918725 h 8154"/>
                <a:gd name="T16" fmla="*/ 155875713 w 13050"/>
                <a:gd name="T17" fmla="*/ 155918725 h 8154"/>
                <a:gd name="T18" fmla="*/ 155875713 w 13050"/>
                <a:gd name="T19" fmla="*/ 155918725 h 8154"/>
                <a:gd name="T20" fmla="*/ 155875713 w 13050"/>
                <a:gd name="T21" fmla="*/ 155918725 h 8154"/>
                <a:gd name="T22" fmla="*/ 155875713 w 13050"/>
                <a:gd name="T23" fmla="*/ 155918725 h 8154"/>
                <a:gd name="T24" fmla="*/ 155875713 w 13050"/>
                <a:gd name="T25" fmla="*/ 155918725 h 8154"/>
                <a:gd name="T26" fmla="*/ 155875713 w 13050"/>
                <a:gd name="T27" fmla="*/ 155918725 h 8154"/>
                <a:gd name="T28" fmla="*/ 155875713 w 13050"/>
                <a:gd name="T29" fmla="*/ 155918725 h 8154"/>
                <a:gd name="T30" fmla="*/ 155875713 w 13050"/>
                <a:gd name="T31" fmla="*/ 155918725 h 8154"/>
                <a:gd name="T32" fmla="*/ 155875713 w 13050"/>
                <a:gd name="T33" fmla="*/ 155918725 h 8154"/>
                <a:gd name="T34" fmla="*/ 155875713 w 13050"/>
                <a:gd name="T35" fmla="*/ 155918725 h 8154"/>
                <a:gd name="T36" fmla="*/ 155875713 w 13050"/>
                <a:gd name="T37" fmla="*/ 155918725 h 8154"/>
                <a:gd name="T38" fmla="*/ 155875713 w 13050"/>
                <a:gd name="T39" fmla="*/ 155918725 h 8154"/>
                <a:gd name="T40" fmla="*/ 155875713 w 13050"/>
                <a:gd name="T41" fmla="*/ 155918725 h 8154"/>
                <a:gd name="T42" fmla="*/ 155875713 w 13050"/>
                <a:gd name="T43" fmla="*/ 155918725 h 8154"/>
                <a:gd name="T44" fmla="*/ 155875713 w 13050"/>
                <a:gd name="T45" fmla="*/ 155918725 h 8154"/>
                <a:gd name="T46" fmla="*/ 155875713 w 13050"/>
                <a:gd name="T47" fmla="*/ 155918725 h 8154"/>
                <a:gd name="T48" fmla="*/ 155875713 w 13050"/>
                <a:gd name="T49" fmla="*/ 155918725 h 8154"/>
                <a:gd name="T50" fmla="*/ 155875713 w 13050"/>
                <a:gd name="T51" fmla="*/ 155918725 h 8154"/>
                <a:gd name="T52" fmla="*/ 155875713 w 13050"/>
                <a:gd name="T53" fmla="*/ 155918725 h 8154"/>
                <a:gd name="T54" fmla="*/ 155875713 w 13050"/>
                <a:gd name="T55" fmla="*/ 155918725 h 8154"/>
                <a:gd name="T56" fmla="*/ 155875713 w 13050"/>
                <a:gd name="T57" fmla="*/ 155918725 h 8154"/>
                <a:gd name="T58" fmla="*/ 155875713 w 13050"/>
                <a:gd name="T59" fmla="*/ 155918725 h 8154"/>
                <a:gd name="T60" fmla="*/ 155875713 w 13050"/>
                <a:gd name="T61" fmla="*/ 155918725 h 8154"/>
                <a:gd name="T62" fmla="*/ 155875713 w 13050"/>
                <a:gd name="T63" fmla="*/ 155918725 h 8154"/>
                <a:gd name="T64" fmla="*/ 155875713 w 13050"/>
                <a:gd name="T65" fmla="*/ 155918725 h 8154"/>
                <a:gd name="T66" fmla="*/ 155875713 w 13050"/>
                <a:gd name="T67" fmla="*/ 155918725 h 8154"/>
                <a:gd name="T68" fmla="*/ 155875713 w 13050"/>
                <a:gd name="T69" fmla="*/ 155918725 h 8154"/>
                <a:gd name="T70" fmla="*/ 155875713 w 13050"/>
                <a:gd name="T71" fmla="*/ 155918725 h 8154"/>
                <a:gd name="T72" fmla="*/ 155875713 w 13050"/>
                <a:gd name="T73" fmla="*/ 155918725 h 8154"/>
                <a:gd name="T74" fmla="*/ 155875713 w 13050"/>
                <a:gd name="T75" fmla="*/ 155918725 h 8154"/>
                <a:gd name="T76" fmla="*/ 155875713 w 13050"/>
                <a:gd name="T77" fmla="*/ 155918725 h 8154"/>
                <a:gd name="T78" fmla="*/ 155875713 w 13050"/>
                <a:gd name="T79" fmla="*/ 155918725 h 8154"/>
                <a:gd name="T80" fmla="*/ 155875713 w 13050"/>
                <a:gd name="T81" fmla="*/ 155918725 h 8154"/>
                <a:gd name="T82" fmla="*/ 155875713 w 13050"/>
                <a:gd name="T83" fmla="*/ 155918725 h 8154"/>
                <a:gd name="T84" fmla="*/ 155875713 w 13050"/>
                <a:gd name="T85" fmla="*/ 155918725 h 8154"/>
                <a:gd name="T86" fmla="*/ 155875713 w 13050"/>
                <a:gd name="T87" fmla="*/ 155918725 h 8154"/>
                <a:gd name="T88" fmla="*/ 155875713 w 13050"/>
                <a:gd name="T89" fmla="*/ 155918725 h 8154"/>
                <a:gd name="T90" fmla="*/ 155875713 w 13050"/>
                <a:gd name="T91" fmla="*/ 155918725 h 8154"/>
                <a:gd name="T92" fmla="*/ 155875713 w 13050"/>
                <a:gd name="T93" fmla="*/ 155918725 h 8154"/>
                <a:gd name="T94" fmla="*/ 155875713 w 13050"/>
                <a:gd name="T95" fmla="*/ 155918725 h 8154"/>
                <a:gd name="T96" fmla="*/ 155875713 w 13050"/>
                <a:gd name="T97" fmla="*/ 155918725 h 8154"/>
                <a:gd name="T98" fmla="*/ 155875713 w 13050"/>
                <a:gd name="T99" fmla="*/ 155918725 h 8154"/>
                <a:gd name="T100" fmla="*/ 155875713 w 13050"/>
                <a:gd name="T101" fmla="*/ 155918725 h 8154"/>
                <a:gd name="T102" fmla="*/ 155875713 w 13050"/>
                <a:gd name="T103" fmla="*/ 155918725 h 8154"/>
                <a:gd name="T104" fmla="*/ 155875713 w 13050"/>
                <a:gd name="T105" fmla="*/ 155918725 h 8154"/>
                <a:gd name="T106" fmla="*/ 155875713 w 13050"/>
                <a:gd name="T107" fmla="*/ 155918725 h 8154"/>
                <a:gd name="T108" fmla="*/ 155875713 w 13050"/>
                <a:gd name="T109" fmla="*/ 155918725 h 815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3050" h="8154">
                  <a:moveTo>
                    <a:pt x="6088" y="6471"/>
                  </a:moveTo>
                  <a:lnTo>
                    <a:pt x="6088" y="1683"/>
                  </a:lnTo>
                  <a:lnTo>
                    <a:pt x="8972" y="1683"/>
                  </a:lnTo>
                  <a:lnTo>
                    <a:pt x="8972" y="0"/>
                  </a:lnTo>
                  <a:lnTo>
                    <a:pt x="9089" y="0"/>
                  </a:lnTo>
                  <a:lnTo>
                    <a:pt x="9129" y="86"/>
                  </a:lnTo>
                  <a:lnTo>
                    <a:pt x="9168" y="171"/>
                  </a:lnTo>
                  <a:lnTo>
                    <a:pt x="9208" y="256"/>
                  </a:lnTo>
                  <a:lnTo>
                    <a:pt x="9249" y="340"/>
                  </a:lnTo>
                  <a:lnTo>
                    <a:pt x="9292" y="425"/>
                  </a:lnTo>
                  <a:lnTo>
                    <a:pt x="9335" y="507"/>
                  </a:lnTo>
                  <a:lnTo>
                    <a:pt x="9378" y="589"/>
                  </a:lnTo>
                  <a:lnTo>
                    <a:pt x="9422" y="670"/>
                  </a:lnTo>
                  <a:lnTo>
                    <a:pt x="9468" y="750"/>
                  </a:lnTo>
                  <a:lnTo>
                    <a:pt x="9514" y="830"/>
                  </a:lnTo>
                  <a:lnTo>
                    <a:pt x="9560" y="909"/>
                  </a:lnTo>
                  <a:lnTo>
                    <a:pt x="9608" y="986"/>
                  </a:lnTo>
                  <a:lnTo>
                    <a:pt x="9656" y="1063"/>
                  </a:lnTo>
                  <a:lnTo>
                    <a:pt x="9704" y="1141"/>
                  </a:lnTo>
                  <a:lnTo>
                    <a:pt x="9754" y="1217"/>
                  </a:lnTo>
                  <a:lnTo>
                    <a:pt x="9804" y="1291"/>
                  </a:lnTo>
                  <a:lnTo>
                    <a:pt x="9855" y="1365"/>
                  </a:lnTo>
                  <a:lnTo>
                    <a:pt x="9907" y="1439"/>
                  </a:lnTo>
                  <a:lnTo>
                    <a:pt x="9960" y="1511"/>
                  </a:lnTo>
                  <a:lnTo>
                    <a:pt x="10013" y="1584"/>
                  </a:lnTo>
                  <a:lnTo>
                    <a:pt x="10066" y="1655"/>
                  </a:lnTo>
                  <a:lnTo>
                    <a:pt x="10121" y="1725"/>
                  </a:lnTo>
                  <a:lnTo>
                    <a:pt x="10176" y="1794"/>
                  </a:lnTo>
                  <a:lnTo>
                    <a:pt x="10232" y="1864"/>
                  </a:lnTo>
                  <a:lnTo>
                    <a:pt x="10288" y="1931"/>
                  </a:lnTo>
                  <a:lnTo>
                    <a:pt x="10346" y="1999"/>
                  </a:lnTo>
                  <a:lnTo>
                    <a:pt x="10403" y="2066"/>
                  </a:lnTo>
                  <a:lnTo>
                    <a:pt x="10461" y="2132"/>
                  </a:lnTo>
                  <a:lnTo>
                    <a:pt x="10521" y="2196"/>
                  </a:lnTo>
                  <a:lnTo>
                    <a:pt x="10579" y="2261"/>
                  </a:lnTo>
                  <a:lnTo>
                    <a:pt x="10640" y="2324"/>
                  </a:lnTo>
                  <a:lnTo>
                    <a:pt x="10701" y="2387"/>
                  </a:lnTo>
                  <a:lnTo>
                    <a:pt x="10764" y="2450"/>
                  </a:lnTo>
                  <a:lnTo>
                    <a:pt x="10826" y="2511"/>
                  </a:lnTo>
                  <a:lnTo>
                    <a:pt x="10889" y="2572"/>
                  </a:lnTo>
                  <a:lnTo>
                    <a:pt x="10954" y="2631"/>
                  </a:lnTo>
                  <a:lnTo>
                    <a:pt x="11019" y="2691"/>
                  </a:lnTo>
                  <a:lnTo>
                    <a:pt x="11085" y="2750"/>
                  </a:lnTo>
                  <a:lnTo>
                    <a:pt x="11152" y="2808"/>
                  </a:lnTo>
                  <a:lnTo>
                    <a:pt x="11218" y="2865"/>
                  </a:lnTo>
                  <a:lnTo>
                    <a:pt x="11286" y="2923"/>
                  </a:lnTo>
                  <a:lnTo>
                    <a:pt x="11355" y="2978"/>
                  </a:lnTo>
                  <a:lnTo>
                    <a:pt x="11425" y="3034"/>
                  </a:lnTo>
                  <a:lnTo>
                    <a:pt x="11495" y="3088"/>
                  </a:lnTo>
                  <a:lnTo>
                    <a:pt x="11565" y="3143"/>
                  </a:lnTo>
                  <a:lnTo>
                    <a:pt x="11638" y="3197"/>
                  </a:lnTo>
                  <a:lnTo>
                    <a:pt x="11709" y="3250"/>
                  </a:lnTo>
                  <a:lnTo>
                    <a:pt x="11783" y="3301"/>
                  </a:lnTo>
                  <a:lnTo>
                    <a:pt x="11856" y="3353"/>
                  </a:lnTo>
                  <a:lnTo>
                    <a:pt x="11931" y="3404"/>
                  </a:lnTo>
                  <a:lnTo>
                    <a:pt x="12006" y="3453"/>
                  </a:lnTo>
                  <a:lnTo>
                    <a:pt x="12082" y="3503"/>
                  </a:lnTo>
                  <a:lnTo>
                    <a:pt x="12158" y="3552"/>
                  </a:lnTo>
                  <a:lnTo>
                    <a:pt x="12236" y="3601"/>
                  </a:lnTo>
                  <a:lnTo>
                    <a:pt x="12315" y="3648"/>
                  </a:lnTo>
                  <a:lnTo>
                    <a:pt x="12393" y="3694"/>
                  </a:lnTo>
                  <a:lnTo>
                    <a:pt x="12472" y="3741"/>
                  </a:lnTo>
                  <a:lnTo>
                    <a:pt x="12553" y="3786"/>
                  </a:lnTo>
                  <a:lnTo>
                    <a:pt x="12634" y="3831"/>
                  </a:lnTo>
                  <a:lnTo>
                    <a:pt x="12715" y="3875"/>
                  </a:lnTo>
                  <a:lnTo>
                    <a:pt x="12798" y="3918"/>
                  </a:lnTo>
                  <a:lnTo>
                    <a:pt x="12881" y="3961"/>
                  </a:lnTo>
                  <a:lnTo>
                    <a:pt x="12965" y="4003"/>
                  </a:lnTo>
                  <a:lnTo>
                    <a:pt x="13050" y="4044"/>
                  </a:lnTo>
                  <a:lnTo>
                    <a:pt x="13050" y="4149"/>
                  </a:lnTo>
                  <a:lnTo>
                    <a:pt x="12968" y="4188"/>
                  </a:lnTo>
                  <a:lnTo>
                    <a:pt x="12885" y="4227"/>
                  </a:lnTo>
                  <a:lnTo>
                    <a:pt x="12803" y="4267"/>
                  </a:lnTo>
                  <a:lnTo>
                    <a:pt x="12722" y="4309"/>
                  </a:lnTo>
                  <a:lnTo>
                    <a:pt x="12642" y="4350"/>
                  </a:lnTo>
                  <a:lnTo>
                    <a:pt x="12562" y="4393"/>
                  </a:lnTo>
                  <a:lnTo>
                    <a:pt x="12483" y="4437"/>
                  </a:lnTo>
                  <a:lnTo>
                    <a:pt x="12404" y="4480"/>
                  </a:lnTo>
                  <a:lnTo>
                    <a:pt x="12326" y="4525"/>
                  </a:lnTo>
                  <a:lnTo>
                    <a:pt x="12249" y="4570"/>
                  </a:lnTo>
                  <a:lnTo>
                    <a:pt x="12173" y="4616"/>
                  </a:lnTo>
                  <a:lnTo>
                    <a:pt x="12097" y="4663"/>
                  </a:lnTo>
                  <a:lnTo>
                    <a:pt x="12022" y="4711"/>
                  </a:lnTo>
                  <a:lnTo>
                    <a:pt x="11947" y="4759"/>
                  </a:lnTo>
                  <a:lnTo>
                    <a:pt x="11874" y="4808"/>
                  </a:lnTo>
                  <a:lnTo>
                    <a:pt x="11800" y="4858"/>
                  </a:lnTo>
                  <a:lnTo>
                    <a:pt x="11729" y="4909"/>
                  </a:lnTo>
                  <a:lnTo>
                    <a:pt x="11656" y="4960"/>
                  </a:lnTo>
                  <a:lnTo>
                    <a:pt x="11585" y="5012"/>
                  </a:lnTo>
                  <a:lnTo>
                    <a:pt x="11514" y="5064"/>
                  </a:lnTo>
                  <a:lnTo>
                    <a:pt x="11445" y="5118"/>
                  </a:lnTo>
                  <a:lnTo>
                    <a:pt x="11376" y="5172"/>
                  </a:lnTo>
                  <a:lnTo>
                    <a:pt x="11308" y="5227"/>
                  </a:lnTo>
                  <a:lnTo>
                    <a:pt x="11240" y="5283"/>
                  </a:lnTo>
                  <a:lnTo>
                    <a:pt x="11174" y="5339"/>
                  </a:lnTo>
                  <a:lnTo>
                    <a:pt x="11108" y="5396"/>
                  </a:lnTo>
                  <a:lnTo>
                    <a:pt x="11042" y="5454"/>
                  </a:lnTo>
                  <a:lnTo>
                    <a:pt x="10978" y="5512"/>
                  </a:lnTo>
                  <a:lnTo>
                    <a:pt x="10914" y="5572"/>
                  </a:lnTo>
                  <a:lnTo>
                    <a:pt x="10851" y="5632"/>
                  </a:lnTo>
                  <a:lnTo>
                    <a:pt x="10789" y="5693"/>
                  </a:lnTo>
                  <a:lnTo>
                    <a:pt x="10727" y="5754"/>
                  </a:lnTo>
                  <a:lnTo>
                    <a:pt x="10666" y="5816"/>
                  </a:lnTo>
                  <a:lnTo>
                    <a:pt x="10606" y="5879"/>
                  </a:lnTo>
                  <a:lnTo>
                    <a:pt x="10546" y="5942"/>
                  </a:lnTo>
                  <a:lnTo>
                    <a:pt x="10487" y="6007"/>
                  </a:lnTo>
                  <a:lnTo>
                    <a:pt x="10429" y="6072"/>
                  </a:lnTo>
                  <a:lnTo>
                    <a:pt x="10371" y="6139"/>
                  </a:lnTo>
                  <a:lnTo>
                    <a:pt x="10313" y="6206"/>
                  </a:lnTo>
                  <a:lnTo>
                    <a:pt x="10257" y="6275"/>
                  </a:lnTo>
                  <a:lnTo>
                    <a:pt x="10201" y="6343"/>
                  </a:lnTo>
                  <a:lnTo>
                    <a:pt x="10145" y="6413"/>
                  </a:lnTo>
                  <a:lnTo>
                    <a:pt x="10090" y="6483"/>
                  </a:lnTo>
                  <a:lnTo>
                    <a:pt x="10036" y="6555"/>
                  </a:lnTo>
                  <a:lnTo>
                    <a:pt x="9982" y="6627"/>
                  </a:lnTo>
                  <a:lnTo>
                    <a:pt x="9929" y="6700"/>
                  </a:lnTo>
                  <a:lnTo>
                    <a:pt x="9877" y="6774"/>
                  </a:lnTo>
                  <a:lnTo>
                    <a:pt x="9825" y="6848"/>
                  </a:lnTo>
                  <a:lnTo>
                    <a:pt x="9773" y="6924"/>
                  </a:lnTo>
                  <a:lnTo>
                    <a:pt x="9724" y="7000"/>
                  </a:lnTo>
                  <a:lnTo>
                    <a:pt x="9673" y="7077"/>
                  </a:lnTo>
                  <a:lnTo>
                    <a:pt x="9625" y="7156"/>
                  </a:lnTo>
                  <a:lnTo>
                    <a:pt x="9576" y="7234"/>
                  </a:lnTo>
                  <a:lnTo>
                    <a:pt x="9528" y="7313"/>
                  </a:lnTo>
                  <a:lnTo>
                    <a:pt x="9481" y="7394"/>
                  </a:lnTo>
                  <a:lnTo>
                    <a:pt x="9435" y="7476"/>
                  </a:lnTo>
                  <a:lnTo>
                    <a:pt x="9390" y="7558"/>
                  </a:lnTo>
                  <a:lnTo>
                    <a:pt x="9344" y="7640"/>
                  </a:lnTo>
                  <a:lnTo>
                    <a:pt x="9300" y="7724"/>
                  </a:lnTo>
                  <a:lnTo>
                    <a:pt x="9256" y="7809"/>
                  </a:lnTo>
                  <a:lnTo>
                    <a:pt x="9214" y="7894"/>
                  </a:lnTo>
                  <a:lnTo>
                    <a:pt x="9171" y="7980"/>
                  </a:lnTo>
                  <a:lnTo>
                    <a:pt x="9130" y="8066"/>
                  </a:lnTo>
                  <a:lnTo>
                    <a:pt x="9089" y="8154"/>
                  </a:lnTo>
                  <a:lnTo>
                    <a:pt x="8972" y="8154"/>
                  </a:lnTo>
                  <a:lnTo>
                    <a:pt x="8972" y="6471"/>
                  </a:lnTo>
                  <a:lnTo>
                    <a:pt x="6088" y="6471"/>
                  </a:lnTo>
                  <a:close/>
                  <a:moveTo>
                    <a:pt x="4515" y="6471"/>
                  </a:moveTo>
                  <a:lnTo>
                    <a:pt x="4515" y="1683"/>
                  </a:lnTo>
                  <a:lnTo>
                    <a:pt x="5762" y="1683"/>
                  </a:lnTo>
                  <a:lnTo>
                    <a:pt x="5762" y="6471"/>
                  </a:lnTo>
                  <a:lnTo>
                    <a:pt x="4515" y="6471"/>
                  </a:lnTo>
                  <a:close/>
                  <a:moveTo>
                    <a:pt x="2988" y="6471"/>
                  </a:moveTo>
                  <a:lnTo>
                    <a:pt x="2988" y="1683"/>
                  </a:lnTo>
                  <a:lnTo>
                    <a:pt x="3915" y="1683"/>
                  </a:lnTo>
                  <a:lnTo>
                    <a:pt x="3915" y="6471"/>
                  </a:lnTo>
                  <a:lnTo>
                    <a:pt x="2988" y="6471"/>
                  </a:lnTo>
                  <a:close/>
                  <a:moveTo>
                    <a:pt x="1520" y="6471"/>
                  </a:moveTo>
                  <a:lnTo>
                    <a:pt x="1520" y="1683"/>
                  </a:lnTo>
                  <a:lnTo>
                    <a:pt x="2121" y="1683"/>
                  </a:lnTo>
                  <a:lnTo>
                    <a:pt x="2121" y="6471"/>
                  </a:lnTo>
                  <a:lnTo>
                    <a:pt x="1520" y="6471"/>
                  </a:lnTo>
                  <a:close/>
                  <a:moveTo>
                    <a:pt x="0" y="6471"/>
                  </a:moveTo>
                  <a:lnTo>
                    <a:pt x="0" y="1683"/>
                  </a:lnTo>
                  <a:lnTo>
                    <a:pt x="437" y="1683"/>
                  </a:lnTo>
                  <a:lnTo>
                    <a:pt x="437" y="6471"/>
                  </a:lnTo>
                  <a:lnTo>
                    <a:pt x="0" y="6471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9492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5B22035-328C-497A-A0C5-F20C689526CB}"/>
              </a:ext>
            </a:extLst>
          </p:cNvPr>
          <p:cNvSpPr/>
          <p:nvPr/>
        </p:nvSpPr>
        <p:spPr>
          <a:xfrm>
            <a:off x="1344492" y="6049743"/>
            <a:ext cx="9993147" cy="64019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6" name="文本框 715">
            <a:extLst>
              <a:ext uri="{FF2B5EF4-FFF2-40B4-BE49-F238E27FC236}">
                <a16:creationId xmlns:a16="http://schemas.microsoft.com/office/drawing/2014/main" id="{BC4E0C36-4F9C-4FDF-B6EE-26DCF8B82598}"/>
              </a:ext>
            </a:extLst>
          </p:cNvPr>
          <p:cNvSpPr txBox="1"/>
          <p:nvPr/>
        </p:nvSpPr>
        <p:spPr>
          <a:xfrm flipH="1">
            <a:off x="9306861" y="4201457"/>
            <a:ext cx="28458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ea typeface="黑体" panose="02010609060101010101" pitchFamily="49" charset="-122"/>
                <a:cs typeface="+mn-lt"/>
              </a:rPr>
              <a:t>Priority-based MEC Computing Resource Allocation</a:t>
            </a:r>
          </a:p>
        </p:txBody>
      </p:sp>
      <p:sp>
        <p:nvSpPr>
          <p:cNvPr id="720" name="文本框 719">
            <a:extLst>
              <a:ext uri="{FF2B5EF4-FFF2-40B4-BE49-F238E27FC236}">
                <a16:creationId xmlns:a16="http://schemas.microsoft.com/office/drawing/2014/main" id="{74BC9D7E-CBD9-48DF-B2F2-29F4E7FCC274}"/>
              </a:ext>
            </a:extLst>
          </p:cNvPr>
          <p:cNvSpPr txBox="1"/>
          <p:nvPr/>
        </p:nvSpPr>
        <p:spPr>
          <a:xfrm flipH="1">
            <a:off x="7232906" y="6080518"/>
            <a:ext cx="832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Best</a:t>
            </a:r>
          </a:p>
          <a:p>
            <a:r>
              <a:rPr lang="en-US" altLang="zh-CN" sz="1600" b="1" dirty="0"/>
              <a:t>Priority</a:t>
            </a:r>
          </a:p>
        </p:txBody>
      </p:sp>
      <p:sp>
        <p:nvSpPr>
          <p:cNvPr id="721" name="文本框 720">
            <a:extLst>
              <a:ext uri="{FF2B5EF4-FFF2-40B4-BE49-F238E27FC236}">
                <a16:creationId xmlns:a16="http://schemas.microsoft.com/office/drawing/2014/main" id="{409EEC71-F533-4A69-8282-C940749EB3C0}"/>
              </a:ext>
            </a:extLst>
          </p:cNvPr>
          <p:cNvSpPr txBox="1"/>
          <p:nvPr/>
        </p:nvSpPr>
        <p:spPr>
          <a:xfrm flipH="1">
            <a:off x="8793872" y="6080517"/>
            <a:ext cx="910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MediumPriority</a:t>
            </a:r>
            <a:endParaRPr lang="en-US" altLang="zh-CN" sz="1600" b="1" baseline="-25000" dirty="0"/>
          </a:p>
        </p:txBody>
      </p:sp>
      <p:sp>
        <p:nvSpPr>
          <p:cNvPr id="722" name="文本框 721">
            <a:extLst>
              <a:ext uri="{FF2B5EF4-FFF2-40B4-BE49-F238E27FC236}">
                <a16:creationId xmlns:a16="http://schemas.microsoft.com/office/drawing/2014/main" id="{D95A47A8-A6B8-492B-846F-E02625625A67}"/>
              </a:ext>
            </a:extLst>
          </p:cNvPr>
          <p:cNvSpPr txBox="1"/>
          <p:nvPr/>
        </p:nvSpPr>
        <p:spPr>
          <a:xfrm flipH="1">
            <a:off x="10459058" y="6105162"/>
            <a:ext cx="10927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Worst</a:t>
            </a:r>
          </a:p>
          <a:p>
            <a:r>
              <a:rPr lang="en-US" altLang="zh-CN" sz="1600" b="1" dirty="0"/>
              <a:t>Priority</a:t>
            </a:r>
          </a:p>
        </p:txBody>
      </p:sp>
      <p:sp>
        <p:nvSpPr>
          <p:cNvPr id="748" name="椭圆 747">
            <a:extLst>
              <a:ext uri="{FF2B5EF4-FFF2-40B4-BE49-F238E27FC236}">
                <a16:creationId xmlns:a16="http://schemas.microsoft.com/office/drawing/2014/main" id="{F310EE84-3A9C-408A-A113-98CAA03CC71F}"/>
              </a:ext>
            </a:extLst>
          </p:cNvPr>
          <p:cNvSpPr/>
          <p:nvPr/>
        </p:nvSpPr>
        <p:spPr>
          <a:xfrm>
            <a:off x="6757166" y="6192925"/>
            <a:ext cx="330200" cy="359965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49" name="椭圆 748">
            <a:extLst>
              <a:ext uri="{FF2B5EF4-FFF2-40B4-BE49-F238E27FC236}">
                <a16:creationId xmlns:a16="http://schemas.microsoft.com/office/drawing/2014/main" id="{DB9CAAE9-902F-4A66-88E9-A62791B31532}"/>
              </a:ext>
            </a:extLst>
          </p:cNvPr>
          <p:cNvSpPr/>
          <p:nvPr/>
        </p:nvSpPr>
        <p:spPr>
          <a:xfrm>
            <a:off x="8400805" y="6208252"/>
            <a:ext cx="330200" cy="359965"/>
          </a:xfrm>
          <a:prstGeom prst="ellipse">
            <a:avLst/>
          </a:prstGeom>
          <a:solidFill>
            <a:srgbClr val="906A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50" name="椭圆 749">
            <a:extLst>
              <a:ext uri="{FF2B5EF4-FFF2-40B4-BE49-F238E27FC236}">
                <a16:creationId xmlns:a16="http://schemas.microsoft.com/office/drawing/2014/main" id="{FB2A1B59-F069-4589-88F1-563693CBAB56}"/>
              </a:ext>
            </a:extLst>
          </p:cNvPr>
          <p:cNvSpPr/>
          <p:nvPr/>
        </p:nvSpPr>
        <p:spPr>
          <a:xfrm>
            <a:off x="9964638" y="6205333"/>
            <a:ext cx="330200" cy="359965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24" name="椭圆 723">
            <a:extLst>
              <a:ext uri="{FF2B5EF4-FFF2-40B4-BE49-F238E27FC236}">
                <a16:creationId xmlns:a16="http://schemas.microsoft.com/office/drawing/2014/main" id="{7A707C91-73D1-4686-B4B0-CEDA87CC488D}"/>
              </a:ext>
            </a:extLst>
          </p:cNvPr>
          <p:cNvSpPr/>
          <p:nvPr/>
        </p:nvSpPr>
        <p:spPr>
          <a:xfrm>
            <a:off x="9570106" y="1739721"/>
            <a:ext cx="2340001" cy="234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725" name="直接连接符 724">
            <a:extLst>
              <a:ext uri="{FF2B5EF4-FFF2-40B4-BE49-F238E27FC236}">
                <a16:creationId xmlns:a16="http://schemas.microsoft.com/office/drawing/2014/main" id="{25FF5920-F948-4E75-93B3-33F0CEBC76A1}"/>
              </a:ext>
            </a:extLst>
          </p:cNvPr>
          <p:cNvCxnSpPr>
            <a:stCxn id="724" idx="0"/>
            <a:endCxn id="757" idx="0"/>
          </p:cNvCxnSpPr>
          <p:nvPr/>
        </p:nvCxnSpPr>
        <p:spPr>
          <a:xfrm flipH="1">
            <a:off x="10719435" y="1739721"/>
            <a:ext cx="20672" cy="124236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直接连接符 725">
            <a:extLst>
              <a:ext uri="{FF2B5EF4-FFF2-40B4-BE49-F238E27FC236}">
                <a16:creationId xmlns:a16="http://schemas.microsoft.com/office/drawing/2014/main" id="{6B40A6BC-45DD-4329-B9DA-CA3098898BE2}"/>
              </a:ext>
            </a:extLst>
          </p:cNvPr>
          <p:cNvCxnSpPr>
            <a:cxnSpLocks/>
          </p:cNvCxnSpPr>
          <p:nvPr/>
        </p:nvCxnSpPr>
        <p:spPr>
          <a:xfrm flipH="1">
            <a:off x="9823301" y="3050966"/>
            <a:ext cx="870852" cy="58759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7" name="直接连接符 726">
            <a:extLst>
              <a:ext uri="{FF2B5EF4-FFF2-40B4-BE49-F238E27FC236}">
                <a16:creationId xmlns:a16="http://schemas.microsoft.com/office/drawing/2014/main" id="{CBF87BE8-5722-4EB5-9C7E-9EAA23389C83}"/>
              </a:ext>
            </a:extLst>
          </p:cNvPr>
          <p:cNvCxnSpPr>
            <a:cxnSpLocks/>
          </p:cNvCxnSpPr>
          <p:nvPr/>
        </p:nvCxnSpPr>
        <p:spPr>
          <a:xfrm flipV="1">
            <a:off x="10730022" y="1999254"/>
            <a:ext cx="745907" cy="104443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8" name="矩形: 圆角 79">
            <a:extLst>
              <a:ext uri="{FF2B5EF4-FFF2-40B4-BE49-F238E27FC236}">
                <a16:creationId xmlns:a16="http://schemas.microsoft.com/office/drawing/2014/main" id="{A2A991EC-A998-44FF-8756-0FEA70C98942}"/>
              </a:ext>
            </a:extLst>
          </p:cNvPr>
          <p:cNvSpPr/>
          <p:nvPr/>
        </p:nvSpPr>
        <p:spPr>
          <a:xfrm>
            <a:off x="9668207" y="2861289"/>
            <a:ext cx="243738" cy="1746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29" name="矩形: 圆角 77">
            <a:extLst>
              <a:ext uri="{FF2B5EF4-FFF2-40B4-BE49-F238E27FC236}">
                <a16:creationId xmlns:a16="http://schemas.microsoft.com/office/drawing/2014/main" id="{095C8BF5-A34C-49D3-AC4C-C2E741D13078}"/>
              </a:ext>
            </a:extLst>
          </p:cNvPr>
          <p:cNvSpPr/>
          <p:nvPr/>
        </p:nvSpPr>
        <p:spPr>
          <a:xfrm>
            <a:off x="9783161" y="2509587"/>
            <a:ext cx="243738" cy="174638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30" name="矩形: 圆角 729">
            <a:extLst>
              <a:ext uri="{FF2B5EF4-FFF2-40B4-BE49-F238E27FC236}">
                <a16:creationId xmlns:a16="http://schemas.microsoft.com/office/drawing/2014/main" id="{616C46B2-9905-4DC2-B0E9-BF0F65370FF3}"/>
              </a:ext>
            </a:extLst>
          </p:cNvPr>
          <p:cNvSpPr/>
          <p:nvPr/>
        </p:nvSpPr>
        <p:spPr>
          <a:xfrm>
            <a:off x="9950407" y="2773485"/>
            <a:ext cx="243738" cy="17463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31" name="矩形: 圆角 730">
            <a:extLst>
              <a:ext uri="{FF2B5EF4-FFF2-40B4-BE49-F238E27FC236}">
                <a16:creationId xmlns:a16="http://schemas.microsoft.com/office/drawing/2014/main" id="{2C931C89-D1E1-41E8-A836-41F4C0DD003A}"/>
              </a:ext>
            </a:extLst>
          </p:cNvPr>
          <p:cNvSpPr/>
          <p:nvPr/>
        </p:nvSpPr>
        <p:spPr>
          <a:xfrm>
            <a:off x="10051100" y="3035928"/>
            <a:ext cx="243738" cy="174638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32" name="矩形: 圆角 104">
            <a:extLst>
              <a:ext uri="{FF2B5EF4-FFF2-40B4-BE49-F238E27FC236}">
                <a16:creationId xmlns:a16="http://schemas.microsoft.com/office/drawing/2014/main" id="{61A4B3BB-0CB5-467B-8EA9-6CF6F33706A9}"/>
              </a:ext>
            </a:extLst>
          </p:cNvPr>
          <p:cNvSpPr/>
          <p:nvPr/>
        </p:nvSpPr>
        <p:spPr>
          <a:xfrm>
            <a:off x="9807362" y="3255681"/>
            <a:ext cx="243738" cy="174638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36" name="椭圆 735">
            <a:extLst>
              <a:ext uri="{FF2B5EF4-FFF2-40B4-BE49-F238E27FC236}">
                <a16:creationId xmlns:a16="http://schemas.microsoft.com/office/drawing/2014/main" id="{4E26AE61-7FD8-4B8E-BA8D-80E368545022}"/>
              </a:ext>
            </a:extLst>
          </p:cNvPr>
          <p:cNvSpPr/>
          <p:nvPr/>
        </p:nvSpPr>
        <p:spPr>
          <a:xfrm>
            <a:off x="10977650" y="2225314"/>
            <a:ext cx="196200" cy="192587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38" name="菱形 737">
            <a:extLst>
              <a:ext uri="{FF2B5EF4-FFF2-40B4-BE49-F238E27FC236}">
                <a16:creationId xmlns:a16="http://schemas.microsoft.com/office/drawing/2014/main" id="{0A75639E-2D0B-4215-BAE0-DF9C41440EFE}"/>
              </a:ext>
            </a:extLst>
          </p:cNvPr>
          <p:cNvSpPr/>
          <p:nvPr/>
        </p:nvSpPr>
        <p:spPr>
          <a:xfrm>
            <a:off x="11107730" y="1985672"/>
            <a:ext cx="229909" cy="251285"/>
          </a:xfrm>
          <a:prstGeom prst="diamond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39" name="矩形 738">
            <a:extLst>
              <a:ext uri="{FF2B5EF4-FFF2-40B4-BE49-F238E27FC236}">
                <a16:creationId xmlns:a16="http://schemas.microsoft.com/office/drawing/2014/main" id="{615660EB-A62E-43B0-BEB9-EA98F6B5FE81}"/>
              </a:ext>
            </a:extLst>
          </p:cNvPr>
          <p:cNvSpPr/>
          <p:nvPr/>
        </p:nvSpPr>
        <p:spPr>
          <a:xfrm>
            <a:off x="10781018" y="1887680"/>
            <a:ext cx="196632" cy="19016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43" name="等腰三角形 742">
            <a:extLst>
              <a:ext uri="{FF2B5EF4-FFF2-40B4-BE49-F238E27FC236}">
                <a16:creationId xmlns:a16="http://schemas.microsoft.com/office/drawing/2014/main" id="{A4CBA0B2-D5AE-4F63-A552-FD7BF1633074}"/>
              </a:ext>
            </a:extLst>
          </p:cNvPr>
          <p:cNvSpPr/>
          <p:nvPr/>
        </p:nvSpPr>
        <p:spPr>
          <a:xfrm>
            <a:off x="10151793" y="2225314"/>
            <a:ext cx="204843" cy="203745"/>
          </a:xfrm>
          <a:prstGeom prst="triangle">
            <a:avLst/>
          </a:prstGeom>
          <a:solidFill>
            <a:srgbClr val="965B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44" name="六边形 743">
            <a:extLst>
              <a:ext uri="{FF2B5EF4-FFF2-40B4-BE49-F238E27FC236}">
                <a16:creationId xmlns:a16="http://schemas.microsoft.com/office/drawing/2014/main" id="{C5ED309E-BE47-44A0-876D-D554CFFE91C1}"/>
              </a:ext>
            </a:extLst>
          </p:cNvPr>
          <p:cNvSpPr/>
          <p:nvPr/>
        </p:nvSpPr>
        <p:spPr>
          <a:xfrm>
            <a:off x="10151793" y="1982761"/>
            <a:ext cx="204843" cy="203745"/>
          </a:xfrm>
          <a:prstGeom prst="hexagon">
            <a:avLst/>
          </a:prstGeom>
          <a:solidFill>
            <a:srgbClr val="965B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45" name="正五边形 139">
            <a:extLst>
              <a:ext uri="{FF2B5EF4-FFF2-40B4-BE49-F238E27FC236}">
                <a16:creationId xmlns:a16="http://schemas.microsoft.com/office/drawing/2014/main" id="{CFE07BED-7987-4D10-85C3-F962F1C207B8}"/>
              </a:ext>
            </a:extLst>
          </p:cNvPr>
          <p:cNvSpPr/>
          <p:nvPr/>
        </p:nvSpPr>
        <p:spPr>
          <a:xfrm>
            <a:off x="10402878" y="2391221"/>
            <a:ext cx="204843" cy="203745"/>
          </a:xfrm>
          <a:prstGeom prst="pentagon">
            <a:avLst/>
          </a:prstGeom>
          <a:solidFill>
            <a:srgbClr val="965B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46" name="六边形 745">
            <a:extLst>
              <a:ext uri="{FF2B5EF4-FFF2-40B4-BE49-F238E27FC236}">
                <a16:creationId xmlns:a16="http://schemas.microsoft.com/office/drawing/2014/main" id="{64505775-53CD-4DC9-81AD-2876D9845830}"/>
              </a:ext>
            </a:extLst>
          </p:cNvPr>
          <p:cNvSpPr/>
          <p:nvPr/>
        </p:nvSpPr>
        <p:spPr>
          <a:xfrm>
            <a:off x="10356637" y="2178744"/>
            <a:ext cx="204843" cy="203745"/>
          </a:xfrm>
          <a:prstGeom prst="hexagon">
            <a:avLst/>
          </a:prstGeom>
          <a:solidFill>
            <a:srgbClr val="965B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47" name="六边形 746">
            <a:extLst>
              <a:ext uri="{FF2B5EF4-FFF2-40B4-BE49-F238E27FC236}">
                <a16:creationId xmlns:a16="http://schemas.microsoft.com/office/drawing/2014/main" id="{D74E5A3D-2C90-4D16-A0DB-7392E56EC1BC}"/>
              </a:ext>
            </a:extLst>
          </p:cNvPr>
          <p:cNvSpPr/>
          <p:nvPr/>
        </p:nvSpPr>
        <p:spPr>
          <a:xfrm>
            <a:off x="10402878" y="1897382"/>
            <a:ext cx="204843" cy="203745"/>
          </a:xfrm>
          <a:prstGeom prst="hexagon">
            <a:avLst/>
          </a:prstGeom>
          <a:solidFill>
            <a:srgbClr val="965B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52" name="文本框 751">
            <a:extLst>
              <a:ext uri="{FF2B5EF4-FFF2-40B4-BE49-F238E27FC236}">
                <a16:creationId xmlns:a16="http://schemas.microsoft.com/office/drawing/2014/main" id="{C8BF1B21-59F8-43B0-B12C-2F2C0875E459}"/>
              </a:ext>
            </a:extLst>
          </p:cNvPr>
          <p:cNvSpPr txBox="1"/>
          <p:nvPr/>
        </p:nvSpPr>
        <p:spPr>
          <a:xfrm flipH="1">
            <a:off x="9892932" y="1514590"/>
            <a:ext cx="75238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15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500" b="1" baseline="300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o</a:t>
            </a:r>
            <a:endParaRPr lang="zh-CN" altLang="en-US" sz="1500" b="1" baseline="-250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53" name="文本框 752">
            <a:extLst>
              <a:ext uri="{FF2B5EF4-FFF2-40B4-BE49-F238E27FC236}">
                <a16:creationId xmlns:a16="http://schemas.microsoft.com/office/drawing/2014/main" id="{55B7C385-C095-43DA-90A1-CE4D4C2233F5}"/>
              </a:ext>
            </a:extLst>
          </p:cNvPr>
          <p:cNvSpPr txBox="1"/>
          <p:nvPr/>
        </p:nvSpPr>
        <p:spPr>
          <a:xfrm flipH="1">
            <a:off x="11182870" y="1592424"/>
            <a:ext cx="5870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15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500" b="1" baseline="300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o</a:t>
            </a:r>
            <a:endParaRPr lang="zh-CN" altLang="en-US" sz="1500" b="1" baseline="-250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54" name="文本框 753">
            <a:extLst>
              <a:ext uri="{FF2B5EF4-FFF2-40B4-BE49-F238E27FC236}">
                <a16:creationId xmlns:a16="http://schemas.microsoft.com/office/drawing/2014/main" id="{43126C15-078A-4A33-A5B1-D396B3D4DD7E}"/>
              </a:ext>
            </a:extLst>
          </p:cNvPr>
          <p:cNvSpPr txBox="1"/>
          <p:nvPr/>
        </p:nvSpPr>
        <p:spPr>
          <a:xfrm flipH="1">
            <a:off x="9263199" y="2279208"/>
            <a:ext cx="56353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15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500" b="1" baseline="300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o</a:t>
            </a:r>
            <a:endParaRPr lang="zh-CN" altLang="en-US" sz="1500" b="1" baseline="-250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755" name="直接连接符 754">
            <a:extLst>
              <a:ext uri="{FF2B5EF4-FFF2-40B4-BE49-F238E27FC236}">
                <a16:creationId xmlns:a16="http://schemas.microsoft.com/office/drawing/2014/main" id="{99A169AF-FB8D-47C0-BCD9-7EC2B699E80E}"/>
              </a:ext>
            </a:extLst>
          </p:cNvPr>
          <p:cNvCxnSpPr>
            <a:cxnSpLocks/>
          </p:cNvCxnSpPr>
          <p:nvPr/>
        </p:nvCxnSpPr>
        <p:spPr>
          <a:xfrm>
            <a:off x="9839342" y="2170497"/>
            <a:ext cx="875122" cy="8654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直接连接符 755">
            <a:extLst>
              <a:ext uri="{FF2B5EF4-FFF2-40B4-BE49-F238E27FC236}">
                <a16:creationId xmlns:a16="http://schemas.microsoft.com/office/drawing/2014/main" id="{6BB16DEB-5535-4A97-BA75-F6656E6EAFFE}"/>
              </a:ext>
            </a:extLst>
          </p:cNvPr>
          <p:cNvCxnSpPr>
            <a:cxnSpLocks/>
          </p:cNvCxnSpPr>
          <p:nvPr/>
        </p:nvCxnSpPr>
        <p:spPr>
          <a:xfrm flipH="1">
            <a:off x="10745149" y="1800354"/>
            <a:ext cx="353288" cy="119142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7" name="椭圆 756">
            <a:extLst>
              <a:ext uri="{FF2B5EF4-FFF2-40B4-BE49-F238E27FC236}">
                <a16:creationId xmlns:a16="http://schemas.microsoft.com/office/drawing/2014/main" id="{525F938F-D0D6-4FCF-9366-7FB60F7BDCD0}"/>
              </a:ext>
            </a:extLst>
          </p:cNvPr>
          <p:cNvSpPr/>
          <p:nvPr/>
        </p:nvSpPr>
        <p:spPr>
          <a:xfrm>
            <a:off x="10673410" y="2982081"/>
            <a:ext cx="92050" cy="10332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58" name="文本框 757">
            <a:extLst>
              <a:ext uri="{FF2B5EF4-FFF2-40B4-BE49-F238E27FC236}">
                <a16:creationId xmlns:a16="http://schemas.microsoft.com/office/drawing/2014/main" id="{C08B1DBC-F470-4B2B-AA0B-79A9C66B641A}"/>
              </a:ext>
            </a:extLst>
          </p:cNvPr>
          <p:cNvSpPr txBox="1"/>
          <p:nvPr/>
        </p:nvSpPr>
        <p:spPr>
          <a:xfrm flipH="1">
            <a:off x="10755611" y="2892160"/>
            <a:ext cx="1052308" cy="493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</a:p>
        </p:txBody>
      </p:sp>
      <p:sp>
        <p:nvSpPr>
          <p:cNvPr id="770" name="文本框 769">
            <a:extLst>
              <a:ext uri="{FF2B5EF4-FFF2-40B4-BE49-F238E27FC236}">
                <a16:creationId xmlns:a16="http://schemas.microsoft.com/office/drawing/2014/main" id="{D9E37D1E-4448-4CAA-A716-51AB1F7088F6}"/>
              </a:ext>
            </a:extLst>
          </p:cNvPr>
          <p:cNvSpPr txBox="1"/>
          <p:nvPr/>
        </p:nvSpPr>
        <p:spPr>
          <a:xfrm flipH="1">
            <a:off x="10645320" y="1377751"/>
            <a:ext cx="5870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15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500" b="1" baseline="300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o</a:t>
            </a:r>
            <a:endParaRPr lang="zh-CN" altLang="en-US" sz="1500" b="1" baseline="-250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71" name="文本框 770">
            <a:extLst>
              <a:ext uri="{FF2B5EF4-FFF2-40B4-BE49-F238E27FC236}">
                <a16:creationId xmlns:a16="http://schemas.microsoft.com/office/drawing/2014/main" id="{354C58D5-A82E-4A18-9B10-68CD6D557138}"/>
              </a:ext>
            </a:extLst>
          </p:cNvPr>
          <p:cNvSpPr txBox="1"/>
          <p:nvPr/>
        </p:nvSpPr>
        <p:spPr>
          <a:xfrm flipH="1">
            <a:off x="11136847" y="3561154"/>
            <a:ext cx="81815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24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ser</a:t>
            </a:r>
            <a:endParaRPr lang="zh-CN" altLang="en-US" sz="2400" b="1" baseline="-25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47" name="文本框 946">
            <a:extLst>
              <a:ext uri="{FF2B5EF4-FFF2-40B4-BE49-F238E27FC236}">
                <a16:creationId xmlns:a16="http://schemas.microsoft.com/office/drawing/2014/main" id="{4BEC1E86-8AA9-4250-B8EA-98AA2DBDBA30}"/>
              </a:ext>
            </a:extLst>
          </p:cNvPr>
          <p:cNvSpPr txBox="1"/>
          <p:nvPr/>
        </p:nvSpPr>
        <p:spPr>
          <a:xfrm flipH="1">
            <a:off x="2400272" y="6049743"/>
            <a:ext cx="12074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Local  Execution</a:t>
            </a:r>
          </a:p>
        </p:txBody>
      </p:sp>
      <p:sp>
        <p:nvSpPr>
          <p:cNvPr id="948" name="PA-A000220140718C65PPSH-4568">
            <a:extLst>
              <a:ext uri="{FF2B5EF4-FFF2-40B4-BE49-F238E27FC236}">
                <a16:creationId xmlns:a16="http://schemas.microsoft.com/office/drawing/2014/main" id="{F2F79095-46DF-4E5A-93BF-E4FBB5B941F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3947352">
            <a:off x="4087484" y="5846813"/>
            <a:ext cx="497475" cy="990631"/>
          </a:xfrm>
          <a:custGeom>
            <a:avLst/>
            <a:gdLst>
              <a:gd name="connsiteX0" fmla="*/ 1491342 w 1491342"/>
              <a:gd name="connsiteY0" fmla="*/ 0 h 2231572"/>
              <a:gd name="connsiteX1" fmla="*/ 32657 w 1491342"/>
              <a:gd name="connsiteY1" fmla="*/ 1143000 h 2231572"/>
              <a:gd name="connsiteX2" fmla="*/ 685800 w 1491342"/>
              <a:gd name="connsiteY2" fmla="*/ 1284515 h 2231572"/>
              <a:gd name="connsiteX3" fmla="*/ 0 w 1491342"/>
              <a:gd name="connsiteY3" fmla="*/ 2231572 h 2231572"/>
              <a:gd name="connsiteX4" fmla="*/ 1404257 w 1491342"/>
              <a:gd name="connsiteY4" fmla="*/ 1143000 h 2231572"/>
              <a:gd name="connsiteX5" fmla="*/ 794657 w 1491342"/>
              <a:gd name="connsiteY5" fmla="*/ 990600 h 2231572"/>
              <a:gd name="connsiteX6" fmla="*/ 1491342 w 1491342"/>
              <a:gd name="connsiteY6" fmla="*/ 0 h 2231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1342" h="2231572">
                <a:moveTo>
                  <a:pt x="1491342" y="0"/>
                </a:moveTo>
                <a:lnTo>
                  <a:pt x="32657" y="1143000"/>
                </a:lnTo>
                <a:lnTo>
                  <a:pt x="685800" y="1284515"/>
                </a:lnTo>
                <a:lnTo>
                  <a:pt x="0" y="2231572"/>
                </a:lnTo>
                <a:lnTo>
                  <a:pt x="1404257" y="1143000"/>
                </a:lnTo>
                <a:lnTo>
                  <a:pt x="794657" y="990600"/>
                </a:lnTo>
                <a:lnTo>
                  <a:pt x="149134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49" name="PA-A000220140718C65PPSH-4568">
            <a:extLst>
              <a:ext uri="{FF2B5EF4-FFF2-40B4-BE49-F238E27FC236}">
                <a16:creationId xmlns:a16="http://schemas.microsoft.com/office/drawing/2014/main" id="{25ACEEBA-5E3C-48B5-B1F9-E7C38DBA09D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8696509">
            <a:off x="1609661" y="5867230"/>
            <a:ext cx="492892" cy="930762"/>
          </a:xfrm>
          <a:prstGeom prst="lightningBol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50" name="文本框 949">
            <a:extLst>
              <a:ext uri="{FF2B5EF4-FFF2-40B4-BE49-F238E27FC236}">
                <a16:creationId xmlns:a16="http://schemas.microsoft.com/office/drawing/2014/main" id="{468CC9A0-CE72-4F94-8455-435D95CF8DEC}"/>
              </a:ext>
            </a:extLst>
          </p:cNvPr>
          <p:cNvSpPr txBox="1"/>
          <p:nvPr/>
        </p:nvSpPr>
        <p:spPr>
          <a:xfrm flipH="1">
            <a:off x="5031233" y="6080518"/>
            <a:ext cx="12074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Offloading  Execution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7245CBB8-76A2-41F4-86B5-2032F4B10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349" y="248063"/>
            <a:ext cx="9015389" cy="559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449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5"/>
  <p:tag name="PATYPE" val="255"/>
  <p:tag name="PASUBTYPE" val="257"/>
  <p:tag name="RESOURCELIBID_SHAPE" val="158522"/>
  <p:tag name="RESOURCELIB_SHAPETYPE" val="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5"/>
  <p:tag name="PATYPE" val="255"/>
  <p:tag name="PASUBTYPE" val="257"/>
  <p:tag name="RESOURCELIBID_SHAPE" val="225325"/>
  <p:tag name="RESOURCELIB_SHAPETYPE" val="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4"/>
  <p:tag name="PATYPE" val="159"/>
  <p:tag name="PASUBTYPE" val="161"/>
  <p:tag name="RESOURCELIBID_SHAPE" val="4568"/>
  <p:tag name="RESOURCELIB_SHAPETYPE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4"/>
  <p:tag name="PATYPE" val="159"/>
  <p:tag name="PASUBTYPE" val="161"/>
  <p:tag name="RESOURCELIBID_SHAPE" val="4568"/>
  <p:tag name="RESOURCELIB_SHAPETYPE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4"/>
  <p:tag name="PATYPE" val="163"/>
  <p:tag name="PASUBTYPE" val="164"/>
  <p:tag name="RESOURCELIBID_SHAPE" val="284874"/>
  <p:tag name="RESOURCELIB_SHAPETYPE" val="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4"/>
  <p:tag name="PATYPE" val="163"/>
  <p:tag name="PASUBTYPE" val="164"/>
  <p:tag name="RESOURCELIBID_SHAPE" val="285119"/>
  <p:tag name="RESOURCELIB_SHAPETYPE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5"/>
  <p:tag name="PATYPE" val="255"/>
  <p:tag name="PASUBTYPE" val="257"/>
  <p:tag name="RESOURCELIBID_SHAPE" val="225325"/>
  <p:tag name="RESOURCELIB_SHAPETYPE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4"/>
  <p:tag name="PATYPE" val="159"/>
  <p:tag name="PASUBTYPE" val="161"/>
  <p:tag name="RESOURCELIBID_SHAPE" val="4568"/>
  <p:tag name="RESOURCELIB_SHAPETYPE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4"/>
  <p:tag name="PATYPE" val="163"/>
  <p:tag name="PASUBTYPE" val="164"/>
  <p:tag name="RESOURCELIBID_SHAPE" val="285108"/>
  <p:tag name="RESOURCELIB_SHAPETYPE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4"/>
  <p:tag name="PATYPE" val="163"/>
  <p:tag name="PASUBTYPE" val="164"/>
  <p:tag name="RESOURCELIBID_SHAPE" val="285109"/>
  <p:tag name="RESOURCELIB_SHAPETYPE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5"/>
  <p:tag name="PATYPE" val="255"/>
  <p:tag name="PASUBTYPE" val="257"/>
  <p:tag name="RESOURCELIBID_SHAPE" val="225325"/>
  <p:tag name="RESOURCELIB_SHAPETYPE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4"/>
  <p:tag name="PATYPE" val="159"/>
  <p:tag name="PASUBTYPE" val="161"/>
  <p:tag name="RESOURCELIBID_SHAPE" val="4568"/>
  <p:tag name="RESOURCELIB_SHAPETYPE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5"/>
  <p:tag name="PATYPE" val="255"/>
  <p:tag name="PASUBTYPE" val="257"/>
  <p:tag name="RESOURCELIBID_SHAPE" val="225325"/>
  <p:tag name="RESOURCELIB_SHAPETYP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4"/>
  <p:tag name="PATYPE" val="159"/>
  <p:tag name="PASUBTYPE" val="161"/>
  <p:tag name="RESOURCELIBID_SHAPE" val="4568"/>
  <p:tag name="RESOURCELIB_SHAPETYP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4"/>
  <p:tag name="PATYPE" val="159"/>
  <p:tag name="PASUBTYPE" val="161"/>
  <p:tag name="RESOURCELIBID_SHAPE" val="4568"/>
  <p:tag name="RESOURCELIB_SHAPETYP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4"/>
  <p:tag name="PATYPE" val="159"/>
  <p:tag name="PASUBTYPE" val="161"/>
  <p:tag name="RESOURCELIBID_SHAPE" val="4568"/>
  <p:tag name="RESOURCELIB_SHAPETYP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4"/>
  <p:tag name="PATYPE" val="140"/>
  <p:tag name="PASUBTYPE" val="145"/>
  <p:tag name="RESOURCELIBID_SHAPE" val="386269"/>
  <p:tag name="RESOURCELIB_SHAPETYP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4"/>
  <p:tag name="PATYPE" val="159"/>
  <p:tag name="PASUBTYPE" val="161"/>
  <p:tag name="RESOURCELIBID_SHAPE" val="4568"/>
  <p:tag name="RESOURCELIB_SHAPETYPE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4"/>
  <p:tag name="PATYPE" val="140"/>
  <p:tag name="PASUBTYPE" val="141"/>
  <p:tag name="RESOURCELIBID_SHAPE" val="3551"/>
  <p:tag name="RESOURCELIB_SHAPETYP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4"/>
  <p:tag name="PATYPE" val="163"/>
  <p:tag name="PASUBTYPE" val="164"/>
  <p:tag name="RESOURCELIBID_SHAPE" val="284677"/>
  <p:tag name="RESOURCELIB_SHAPETYPE" val="4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4"/>
  <p:tag name="PATYPE" val="159"/>
  <p:tag name="PASUBTYPE" val="161"/>
  <p:tag name="RESOURCELIBID_SHAPE" val="4568"/>
  <p:tag name="RESOURCELIB_SHAPETYPE" val="4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PAMAINTYPE" val="4"/>
  <p:tag name="PATYPE" val="159"/>
  <p:tag name="PASUBTYPE" val="161"/>
  <p:tag name="RESOURCELIBID_SHAPE" val="4568"/>
  <p:tag name="RESOURCELIB_SHAPETYPE" val="4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637418393485987816</Template>
  <TotalTime>1164</TotalTime>
  <Words>48</Words>
  <Application>Microsoft Office PowerPoint</Application>
  <PresentationFormat>宽屏</PresentationFormat>
  <Paragraphs>29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等线</vt:lpstr>
      <vt:lpstr>等线 Light</vt:lpstr>
      <vt:lpstr>黑体</vt:lpstr>
      <vt:lpstr>宋体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水舟</dc:creator>
  <cp:lastModifiedBy>刘唐</cp:lastModifiedBy>
  <cp:revision>31</cp:revision>
  <dcterms:created xsi:type="dcterms:W3CDTF">2020-03-18T15:40:00Z</dcterms:created>
  <dcterms:modified xsi:type="dcterms:W3CDTF">2020-11-30T07:31:25Z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